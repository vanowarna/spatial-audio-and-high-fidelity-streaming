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x="18288000" cy="10287000"/>
  <p:notesSz cx="6858000" cy="9144000"/>
  <p:embeddedFontLst>
    <p:embeddedFont>
      <p:font typeface="Nourd Bold" charset="1" panose="00000800000000000000"/>
      <p:regular r:id="rId32"/>
    </p:embeddedFont>
    <p:embeddedFont>
      <p:font typeface="Nourd" charset="1" panose="00000500000000000000"/>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fonts/font32.fntdata" Type="http://schemas.openxmlformats.org/officeDocument/2006/relationships/font"/><Relationship Id="rId33" Target="fonts/font33.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jpeg" Type="http://schemas.openxmlformats.org/officeDocument/2006/relationships/image"/><Relationship Id="rId3" Target="../media/image19.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jpeg" Type="http://schemas.openxmlformats.org/officeDocument/2006/relationships/image"/><Relationship Id="rId3" Target="../media/image19.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jpeg" Type="http://schemas.openxmlformats.org/officeDocument/2006/relationships/image"/><Relationship Id="rId3" Target="../media/image19.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jpeg" Type="http://schemas.openxmlformats.org/officeDocument/2006/relationships/image"/><Relationship Id="rId3" Target="../media/image21.jpeg" Type="http://schemas.openxmlformats.org/officeDocument/2006/relationships/image"/><Relationship Id="rId4" Target="../media/image22.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jpeg" Type="http://schemas.openxmlformats.org/officeDocument/2006/relationships/image"/><Relationship Id="rId3" Target="../media/image26.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jpeg" Type="http://schemas.openxmlformats.org/officeDocument/2006/relationships/image"/><Relationship Id="rId3" Target="../media/image29.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32.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jpe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31313"/>
        </a:solidFill>
      </p:bgPr>
    </p:bg>
    <p:spTree>
      <p:nvGrpSpPr>
        <p:cNvPr id="1" name=""/>
        <p:cNvGrpSpPr/>
        <p:nvPr/>
      </p:nvGrpSpPr>
      <p:grpSpPr>
        <a:xfrm>
          <a:off x="0" y="0"/>
          <a:ext cx="0" cy="0"/>
          <a:chOff x="0" y="0"/>
          <a:chExt cx="0" cy="0"/>
        </a:xfrm>
      </p:grpSpPr>
      <p:grpSp>
        <p:nvGrpSpPr>
          <p:cNvPr name="Group 2" id="2"/>
          <p:cNvGrpSpPr/>
          <p:nvPr/>
        </p:nvGrpSpPr>
        <p:grpSpPr>
          <a:xfrm rot="0">
            <a:off x="13491168" y="1028700"/>
            <a:ext cx="8229600" cy="822960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1C1C"/>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3700253" y="1028700"/>
            <a:ext cx="8229600" cy="82296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1C1C"/>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1818011">
            <a:off x="10556567" y="-3753257"/>
            <a:ext cx="6261384" cy="13158688"/>
          </a:xfrm>
          <a:custGeom>
            <a:avLst/>
            <a:gdLst/>
            <a:ahLst/>
            <a:cxnLst/>
            <a:rect r="r" b="b" t="t" l="l"/>
            <a:pathLst>
              <a:path h="13158688" w="6261384">
                <a:moveTo>
                  <a:pt x="0" y="0"/>
                </a:moveTo>
                <a:lnTo>
                  <a:pt x="6261384" y="0"/>
                </a:lnTo>
                <a:lnTo>
                  <a:pt x="6261384" y="13158689"/>
                </a:lnTo>
                <a:lnTo>
                  <a:pt x="0" y="13158689"/>
                </a:lnTo>
                <a:lnTo>
                  <a:pt x="0" y="0"/>
                </a:lnTo>
                <a:close/>
              </a:path>
            </a:pathLst>
          </a:custGeom>
          <a:blipFill>
            <a:blip r:embed="rId2"/>
            <a:stretch>
              <a:fillRect l="-104376" t="0" r="0" b="0"/>
            </a:stretch>
          </a:blipFill>
        </p:spPr>
      </p:sp>
      <p:sp>
        <p:nvSpPr>
          <p:cNvPr name="Freeform 9" id="9"/>
          <p:cNvSpPr/>
          <p:nvPr/>
        </p:nvSpPr>
        <p:spPr>
          <a:xfrm flipH="true" flipV="false" rot="1845822">
            <a:off x="1503028" y="-4000839"/>
            <a:ext cx="6261384" cy="13158688"/>
          </a:xfrm>
          <a:custGeom>
            <a:avLst/>
            <a:gdLst/>
            <a:ahLst/>
            <a:cxnLst/>
            <a:rect r="r" b="b" t="t" l="l"/>
            <a:pathLst>
              <a:path h="13158688" w="6261384">
                <a:moveTo>
                  <a:pt x="6261384" y="0"/>
                </a:moveTo>
                <a:lnTo>
                  <a:pt x="0" y="0"/>
                </a:lnTo>
                <a:lnTo>
                  <a:pt x="0" y="13158688"/>
                </a:lnTo>
                <a:lnTo>
                  <a:pt x="6261384" y="13158688"/>
                </a:lnTo>
                <a:lnTo>
                  <a:pt x="6261384" y="0"/>
                </a:lnTo>
                <a:close/>
              </a:path>
            </a:pathLst>
          </a:custGeom>
          <a:blipFill>
            <a:blip r:embed="rId2"/>
            <a:stretch>
              <a:fillRect l="-104376" t="0" r="0" b="0"/>
            </a:stretch>
          </a:blipFill>
        </p:spPr>
      </p:sp>
      <p:sp>
        <p:nvSpPr>
          <p:cNvPr name="TextBox 10" id="10"/>
          <p:cNvSpPr txBox="true"/>
          <p:nvPr/>
        </p:nvSpPr>
        <p:spPr>
          <a:xfrm rot="0">
            <a:off x="4596218" y="3173095"/>
            <a:ext cx="8828078" cy="3587750"/>
          </a:xfrm>
          <a:prstGeom prst="rect">
            <a:avLst/>
          </a:prstGeom>
        </p:spPr>
        <p:txBody>
          <a:bodyPr anchor="t" rtlCol="false" tIns="0" lIns="0" bIns="0" rIns="0">
            <a:spAutoFit/>
          </a:bodyPr>
          <a:lstStyle/>
          <a:p>
            <a:pPr algn="ctr">
              <a:lnSpc>
                <a:spcPts val="6999"/>
              </a:lnSpc>
            </a:pPr>
            <a:r>
              <a:rPr lang="en-US" sz="6999" b="true">
                <a:solidFill>
                  <a:srgbClr val="EEEBE8"/>
                </a:solidFill>
                <a:latin typeface="Nourd Bold"/>
                <a:ea typeface="Nourd Bold"/>
                <a:cs typeface="Nourd Bold"/>
                <a:sym typeface="Nourd Bold"/>
              </a:rPr>
              <a:t>Spatial Audio</a:t>
            </a:r>
          </a:p>
          <a:p>
            <a:pPr algn="ctr">
              <a:lnSpc>
                <a:spcPts val="6999"/>
              </a:lnSpc>
            </a:pPr>
            <a:r>
              <a:rPr lang="en-US" sz="6999" b="true">
                <a:solidFill>
                  <a:srgbClr val="EEEBE8"/>
                </a:solidFill>
                <a:latin typeface="Nourd Bold"/>
                <a:ea typeface="Nourd Bold"/>
                <a:cs typeface="Nourd Bold"/>
                <a:sym typeface="Nourd Bold"/>
              </a:rPr>
              <a:t>And</a:t>
            </a:r>
          </a:p>
          <a:p>
            <a:pPr algn="ctr">
              <a:lnSpc>
                <a:spcPts val="6999"/>
              </a:lnSpc>
            </a:pPr>
            <a:r>
              <a:rPr lang="en-US" b="true" sz="6999">
                <a:solidFill>
                  <a:srgbClr val="EEEBE8"/>
                </a:solidFill>
                <a:latin typeface="Nourd Bold"/>
                <a:ea typeface="Nourd Bold"/>
                <a:cs typeface="Nourd Bold"/>
                <a:sym typeface="Nourd Bold"/>
              </a:rPr>
              <a:t>High-Fidelity Streaming</a:t>
            </a:r>
          </a:p>
        </p:txBody>
      </p:sp>
      <p:sp>
        <p:nvSpPr>
          <p:cNvPr name="TextBox 11" id="11"/>
          <p:cNvSpPr txBox="true"/>
          <p:nvPr/>
        </p:nvSpPr>
        <p:spPr>
          <a:xfrm rot="0">
            <a:off x="4596218" y="8785860"/>
            <a:ext cx="9095563" cy="472440"/>
          </a:xfrm>
          <a:prstGeom prst="rect">
            <a:avLst/>
          </a:prstGeom>
        </p:spPr>
        <p:txBody>
          <a:bodyPr anchor="t" rtlCol="false" tIns="0" lIns="0" bIns="0" rIns="0">
            <a:spAutoFit/>
          </a:bodyPr>
          <a:lstStyle/>
          <a:p>
            <a:pPr algn="ctr">
              <a:lnSpc>
                <a:spcPts val="3600"/>
              </a:lnSpc>
              <a:spcBef>
                <a:spcPct val="0"/>
              </a:spcBef>
            </a:pPr>
            <a:r>
              <a:rPr lang="en-US" sz="3600">
                <a:solidFill>
                  <a:srgbClr val="EEEBE8"/>
                </a:solidFill>
                <a:latin typeface="Nourd"/>
                <a:ea typeface="Nourd"/>
                <a:cs typeface="Nourd"/>
                <a:sym typeface="Nourd"/>
              </a:rPr>
              <a:t>2102571 Multimedia Communication</a:t>
            </a:r>
          </a:p>
        </p:txBody>
      </p:sp>
      <p:sp>
        <p:nvSpPr>
          <p:cNvPr name="TextBox 12" id="12"/>
          <p:cNvSpPr txBox="true"/>
          <p:nvPr/>
        </p:nvSpPr>
        <p:spPr>
          <a:xfrm rot="0">
            <a:off x="4462476" y="1104900"/>
            <a:ext cx="9095563" cy="472440"/>
          </a:xfrm>
          <a:prstGeom prst="rect">
            <a:avLst/>
          </a:prstGeom>
        </p:spPr>
        <p:txBody>
          <a:bodyPr anchor="t" rtlCol="false" tIns="0" lIns="0" bIns="0" rIns="0">
            <a:spAutoFit/>
          </a:bodyPr>
          <a:lstStyle/>
          <a:p>
            <a:pPr algn="ctr">
              <a:lnSpc>
                <a:spcPts val="3600"/>
              </a:lnSpc>
              <a:spcBef>
                <a:spcPct val="0"/>
              </a:spcBef>
            </a:pPr>
            <a:r>
              <a:rPr lang="en-US" sz="3600">
                <a:solidFill>
                  <a:srgbClr val="EEEBE8"/>
                </a:solidFill>
                <a:latin typeface="Nourd"/>
                <a:ea typeface="Nourd"/>
                <a:cs typeface="Nourd"/>
                <a:sym typeface="Nourd"/>
              </a:rPr>
              <a:t>Project 4</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31313"/>
        </a:solidFill>
      </p:bgPr>
    </p:bg>
    <p:spTree>
      <p:nvGrpSpPr>
        <p:cNvPr id="1" name=""/>
        <p:cNvGrpSpPr/>
        <p:nvPr/>
      </p:nvGrpSpPr>
      <p:grpSpPr>
        <a:xfrm>
          <a:off x="0" y="0"/>
          <a:ext cx="0" cy="0"/>
          <a:chOff x="0" y="0"/>
          <a:chExt cx="0" cy="0"/>
        </a:xfrm>
      </p:grpSpPr>
      <p:grpSp>
        <p:nvGrpSpPr>
          <p:cNvPr name="Group 2" id="2"/>
          <p:cNvGrpSpPr/>
          <p:nvPr/>
        </p:nvGrpSpPr>
        <p:grpSpPr>
          <a:xfrm rot="0">
            <a:off x="792228" y="6762609"/>
            <a:ext cx="16703545" cy="1670354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1C1C"/>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0" y="7562504"/>
            <a:ext cx="9144000" cy="3391593"/>
          </a:xfrm>
          <a:custGeom>
            <a:avLst/>
            <a:gdLst/>
            <a:ahLst/>
            <a:cxnLst/>
            <a:rect r="r" b="b" t="t" l="l"/>
            <a:pathLst>
              <a:path h="3391593" w="9144000">
                <a:moveTo>
                  <a:pt x="0" y="0"/>
                </a:moveTo>
                <a:lnTo>
                  <a:pt x="9144000" y="0"/>
                </a:lnTo>
                <a:lnTo>
                  <a:pt x="9144000" y="3391592"/>
                </a:lnTo>
                <a:lnTo>
                  <a:pt x="0" y="3391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9144000" y="7562504"/>
            <a:ext cx="9144000" cy="3391593"/>
          </a:xfrm>
          <a:custGeom>
            <a:avLst/>
            <a:gdLst/>
            <a:ahLst/>
            <a:cxnLst/>
            <a:rect r="r" b="b" t="t" l="l"/>
            <a:pathLst>
              <a:path h="3391593" w="9144000">
                <a:moveTo>
                  <a:pt x="0" y="0"/>
                </a:moveTo>
                <a:lnTo>
                  <a:pt x="9144000" y="0"/>
                </a:lnTo>
                <a:lnTo>
                  <a:pt x="9144000" y="3391592"/>
                </a:lnTo>
                <a:lnTo>
                  <a:pt x="0" y="3391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485271" y="850281"/>
            <a:ext cx="13157482" cy="9436719"/>
          </a:xfrm>
          <a:custGeom>
            <a:avLst/>
            <a:gdLst/>
            <a:ahLst/>
            <a:cxnLst/>
            <a:rect r="r" b="b" t="t" l="l"/>
            <a:pathLst>
              <a:path h="9436719" w="13157482">
                <a:moveTo>
                  <a:pt x="0" y="0"/>
                </a:moveTo>
                <a:lnTo>
                  <a:pt x="13157482" y="0"/>
                </a:lnTo>
                <a:lnTo>
                  <a:pt x="13157482" y="9436719"/>
                </a:lnTo>
                <a:lnTo>
                  <a:pt x="0" y="9436719"/>
                </a:lnTo>
                <a:lnTo>
                  <a:pt x="0" y="0"/>
                </a:lnTo>
                <a:close/>
              </a:path>
            </a:pathLst>
          </a:custGeom>
          <a:blipFill>
            <a:blip r:embed="rId4"/>
            <a:stretch>
              <a:fillRect l="0" t="0" r="0" b="0"/>
            </a:stretch>
          </a:blipFill>
        </p:spPr>
      </p:sp>
      <p:sp>
        <p:nvSpPr>
          <p:cNvPr name="Freeform 8" id="8"/>
          <p:cNvSpPr/>
          <p:nvPr/>
        </p:nvSpPr>
        <p:spPr>
          <a:xfrm flipH="false" flipV="false" rot="0">
            <a:off x="12211336" y="2668939"/>
            <a:ext cx="6076664" cy="7618061"/>
          </a:xfrm>
          <a:custGeom>
            <a:avLst/>
            <a:gdLst/>
            <a:ahLst/>
            <a:cxnLst/>
            <a:rect r="r" b="b" t="t" l="l"/>
            <a:pathLst>
              <a:path h="7618061" w="6076664">
                <a:moveTo>
                  <a:pt x="0" y="0"/>
                </a:moveTo>
                <a:lnTo>
                  <a:pt x="6076664" y="0"/>
                </a:lnTo>
                <a:lnTo>
                  <a:pt x="6076664" y="7618061"/>
                </a:lnTo>
                <a:lnTo>
                  <a:pt x="0" y="7618061"/>
                </a:lnTo>
                <a:lnTo>
                  <a:pt x="0" y="0"/>
                </a:lnTo>
                <a:close/>
              </a:path>
            </a:pathLst>
          </a:custGeom>
          <a:blipFill>
            <a:blip r:embed="rId5"/>
            <a:stretch>
              <a:fillRect l="0" t="0" r="0" b="0"/>
            </a:stretch>
          </a:blipFill>
        </p:spPr>
      </p:sp>
      <p:sp>
        <p:nvSpPr>
          <p:cNvPr name="TextBox 9" id="9"/>
          <p:cNvSpPr txBox="true"/>
          <p:nvPr/>
        </p:nvSpPr>
        <p:spPr>
          <a:xfrm rot="0">
            <a:off x="2384761" y="458788"/>
            <a:ext cx="6071789" cy="1330324"/>
          </a:xfrm>
          <a:prstGeom prst="rect">
            <a:avLst/>
          </a:prstGeom>
        </p:spPr>
        <p:txBody>
          <a:bodyPr anchor="t" rtlCol="false" tIns="0" lIns="0" bIns="0" rIns="0">
            <a:spAutoFit/>
          </a:bodyPr>
          <a:lstStyle/>
          <a:p>
            <a:pPr algn="ctr">
              <a:lnSpc>
                <a:spcPts val="9999"/>
              </a:lnSpc>
            </a:pPr>
            <a:r>
              <a:rPr lang="en-US" b="true" sz="9999">
                <a:solidFill>
                  <a:srgbClr val="F4F5F0"/>
                </a:solidFill>
                <a:latin typeface="Nourd Bold"/>
                <a:ea typeface="Nourd Bold"/>
                <a:cs typeface="Nourd Bold"/>
                <a:sym typeface="Nourd Bold"/>
              </a:rPr>
              <a:t>Video</a:t>
            </a:r>
          </a:p>
        </p:txBody>
      </p:sp>
      <p:sp>
        <p:nvSpPr>
          <p:cNvPr name="TextBox 10" id="10"/>
          <p:cNvSpPr txBox="true"/>
          <p:nvPr/>
        </p:nvSpPr>
        <p:spPr>
          <a:xfrm rot="0">
            <a:off x="12211336" y="1979612"/>
            <a:ext cx="6071789" cy="1330324"/>
          </a:xfrm>
          <a:prstGeom prst="rect">
            <a:avLst/>
          </a:prstGeom>
        </p:spPr>
        <p:txBody>
          <a:bodyPr anchor="t" rtlCol="false" tIns="0" lIns="0" bIns="0" rIns="0">
            <a:spAutoFit/>
          </a:bodyPr>
          <a:lstStyle/>
          <a:p>
            <a:pPr algn="ctr">
              <a:lnSpc>
                <a:spcPts val="9999"/>
              </a:lnSpc>
            </a:pPr>
            <a:r>
              <a:rPr lang="en-US" b="true" sz="9999">
                <a:solidFill>
                  <a:srgbClr val="F4F5F0"/>
                </a:solidFill>
                <a:latin typeface="Nourd Bold"/>
                <a:ea typeface="Nourd Bold"/>
                <a:cs typeface="Nourd Bold"/>
                <a:sym typeface="Nourd Bold"/>
              </a:rPr>
              <a:t>Audio</a:t>
            </a:r>
          </a:p>
        </p:txBody>
      </p:sp>
      <p:sp>
        <p:nvSpPr>
          <p:cNvPr name="TextBox 11" id="11"/>
          <p:cNvSpPr txBox="true"/>
          <p:nvPr/>
        </p:nvSpPr>
        <p:spPr>
          <a:xfrm rot="0">
            <a:off x="7644211" y="4998729"/>
            <a:ext cx="6071789" cy="1330324"/>
          </a:xfrm>
          <a:prstGeom prst="rect">
            <a:avLst/>
          </a:prstGeom>
        </p:spPr>
        <p:txBody>
          <a:bodyPr anchor="t" rtlCol="false" tIns="0" lIns="0" bIns="0" rIns="0">
            <a:spAutoFit/>
          </a:bodyPr>
          <a:lstStyle/>
          <a:p>
            <a:pPr algn="ctr">
              <a:lnSpc>
                <a:spcPts val="9999"/>
              </a:lnSpc>
            </a:pPr>
            <a:r>
              <a:rPr lang="en-US" b="true" sz="9999">
                <a:solidFill>
                  <a:srgbClr val="F4F5F0"/>
                </a:solidFill>
                <a:latin typeface="Nourd Bold"/>
                <a:ea typeface="Nourd Bold"/>
                <a:cs typeface="Nourd Bold"/>
                <a:sym typeface="Nourd Bold"/>
              </a:rPr>
              <a:t>vs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31313"/>
        </a:solidFill>
      </p:bgPr>
    </p:bg>
    <p:spTree>
      <p:nvGrpSpPr>
        <p:cNvPr id="1" name=""/>
        <p:cNvGrpSpPr/>
        <p:nvPr/>
      </p:nvGrpSpPr>
      <p:grpSpPr>
        <a:xfrm>
          <a:off x="0" y="0"/>
          <a:ext cx="0" cy="0"/>
          <a:chOff x="0" y="0"/>
          <a:chExt cx="0" cy="0"/>
        </a:xfrm>
      </p:grpSpPr>
      <p:grpSp>
        <p:nvGrpSpPr>
          <p:cNvPr name="Group 2" id="2"/>
          <p:cNvGrpSpPr/>
          <p:nvPr/>
        </p:nvGrpSpPr>
        <p:grpSpPr>
          <a:xfrm rot="0">
            <a:off x="2493589" y="6986580"/>
            <a:ext cx="16703545" cy="1670354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1C1C"/>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701361" y="7786475"/>
            <a:ext cx="9144000" cy="3391593"/>
          </a:xfrm>
          <a:custGeom>
            <a:avLst/>
            <a:gdLst/>
            <a:ahLst/>
            <a:cxnLst/>
            <a:rect r="r" b="b" t="t" l="l"/>
            <a:pathLst>
              <a:path h="3391593" w="9144000">
                <a:moveTo>
                  <a:pt x="0" y="0"/>
                </a:moveTo>
                <a:lnTo>
                  <a:pt x="9144000" y="0"/>
                </a:lnTo>
                <a:lnTo>
                  <a:pt x="9144000" y="3391593"/>
                </a:lnTo>
                <a:lnTo>
                  <a:pt x="0" y="339159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6" id="6"/>
          <p:cNvSpPr/>
          <p:nvPr/>
        </p:nvSpPr>
        <p:spPr>
          <a:xfrm>
            <a:off x="11187511" y="3006090"/>
            <a:ext cx="6071789" cy="0"/>
          </a:xfrm>
          <a:prstGeom prst="line">
            <a:avLst/>
          </a:prstGeom>
          <a:ln cap="flat" w="38100">
            <a:solidFill>
              <a:srgbClr val="FFFFFF"/>
            </a:solidFill>
            <a:prstDash val="solid"/>
            <a:headEnd type="none" len="sm" w="sm"/>
            <a:tailEnd type="none" len="sm" w="sm"/>
          </a:ln>
        </p:spPr>
      </p:sp>
      <p:sp>
        <p:nvSpPr>
          <p:cNvPr name="Freeform 7" id="7"/>
          <p:cNvSpPr/>
          <p:nvPr/>
        </p:nvSpPr>
        <p:spPr>
          <a:xfrm flipH="false" flipV="false" rot="0">
            <a:off x="-3547148" y="-290739"/>
            <a:ext cx="17548585" cy="11699057"/>
          </a:xfrm>
          <a:custGeom>
            <a:avLst/>
            <a:gdLst/>
            <a:ahLst/>
            <a:cxnLst/>
            <a:rect r="r" b="b" t="t" l="l"/>
            <a:pathLst>
              <a:path h="11699057" w="17548585">
                <a:moveTo>
                  <a:pt x="0" y="0"/>
                </a:moveTo>
                <a:lnTo>
                  <a:pt x="17548585" y="0"/>
                </a:lnTo>
                <a:lnTo>
                  <a:pt x="17548585" y="11699057"/>
                </a:lnTo>
                <a:lnTo>
                  <a:pt x="0" y="11699057"/>
                </a:lnTo>
                <a:lnTo>
                  <a:pt x="0" y="0"/>
                </a:lnTo>
                <a:close/>
              </a:path>
            </a:pathLst>
          </a:custGeom>
          <a:blipFill>
            <a:blip r:embed="rId4"/>
            <a:stretch>
              <a:fillRect l="0" t="0" r="0" b="0"/>
            </a:stretch>
          </a:blipFill>
        </p:spPr>
      </p:sp>
      <p:grpSp>
        <p:nvGrpSpPr>
          <p:cNvPr name="Group 8" id="8"/>
          <p:cNvGrpSpPr/>
          <p:nvPr/>
        </p:nvGrpSpPr>
        <p:grpSpPr>
          <a:xfrm rot="0">
            <a:off x="13439942" y="4939665"/>
            <a:ext cx="1122991" cy="112299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EEEBE8"/>
            </a:solidFill>
          </p:spPr>
        </p:sp>
        <p:sp>
          <p:nvSpPr>
            <p:cNvPr name="TextBox 10" id="10"/>
            <p:cNvSpPr txBox="true"/>
            <p:nvPr/>
          </p:nvSpPr>
          <p:spPr>
            <a:xfrm>
              <a:off x="203200" y="-38100"/>
              <a:ext cx="406400" cy="749300"/>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7690808" y="4059573"/>
            <a:ext cx="3496703" cy="3522320"/>
          </a:xfrm>
          <a:custGeom>
            <a:avLst/>
            <a:gdLst/>
            <a:ahLst/>
            <a:cxnLst/>
            <a:rect r="r" b="b" t="t" l="l"/>
            <a:pathLst>
              <a:path h="3522320" w="3496703">
                <a:moveTo>
                  <a:pt x="0" y="0"/>
                </a:moveTo>
                <a:lnTo>
                  <a:pt x="3496703" y="0"/>
                </a:lnTo>
                <a:lnTo>
                  <a:pt x="3496703" y="3522320"/>
                </a:lnTo>
                <a:lnTo>
                  <a:pt x="0" y="3522320"/>
                </a:lnTo>
                <a:lnTo>
                  <a:pt x="0" y="0"/>
                </a:lnTo>
                <a:close/>
              </a:path>
            </a:pathLst>
          </a:custGeom>
          <a:blipFill>
            <a:blip r:embed="rId5"/>
            <a:stretch>
              <a:fillRect l="0" t="0" r="0" b="0"/>
            </a:stretch>
          </a:blipFill>
        </p:spPr>
      </p:sp>
      <p:sp>
        <p:nvSpPr>
          <p:cNvPr name="Freeform 12" id="12"/>
          <p:cNvSpPr/>
          <p:nvPr/>
        </p:nvSpPr>
        <p:spPr>
          <a:xfrm flipH="false" flipV="false" rot="0">
            <a:off x="6086209" y="1657893"/>
            <a:ext cx="3209198" cy="3191693"/>
          </a:xfrm>
          <a:custGeom>
            <a:avLst/>
            <a:gdLst/>
            <a:ahLst/>
            <a:cxnLst/>
            <a:rect r="r" b="b" t="t" l="l"/>
            <a:pathLst>
              <a:path h="3191693" w="3209198">
                <a:moveTo>
                  <a:pt x="0" y="0"/>
                </a:moveTo>
                <a:lnTo>
                  <a:pt x="3209198" y="0"/>
                </a:lnTo>
                <a:lnTo>
                  <a:pt x="3209198" y="3191694"/>
                </a:lnTo>
                <a:lnTo>
                  <a:pt x="0" y="3191694"/>
                </a:lnTo>
                <a:lnTo>
                  <a:pt x="0" y="0"/>
                </a:lnTo>
                <a:close/>
              </a:path>
            </a:pathLst>
          </a:custGeom>
          <a:blipFill>
            <a:blip r:embed="rId6"/>
            <a:stretch>
              <a:fillRect l="0" t="0" r="0" b="0"/>
            </a:stretch>
          </a:blipFill>
        </p:spPr>
      </p:sp>
      <p:sp>
        <p:nvSpPr>
          <p:cNvPr name="TextBox 13" id="13"/>
          <p:cNvSpPr txBox="true"/>
          <p:nvPr/>
        </p:nvSpPr>
        <p:spPr>
          <a:xfrm rot="0">
            <a:off x="11187511" y="3310890"/>
            <a:ext cx="6071789" cy="1133475"/>
          </a:xfrm>
          <a:prstGeom prst="rect">
            <a:avLst/>
          </a:prstGeom>
        </p:spPr>
        <p:txBody>
          <a:bodyPr anchor="t" rtlCol="false" tIns="0" lIns="0" bIns="0" rIns="0">
            <a:spAutoFit/>
          </a:bodyPr>
          <a:lstStyle/>
          <a:p>
            <a:pPr algn="l" marL="647697" indent="-323848" lvl="1">
              <a:lnSpc>
                <a:spcPts val="2999"/>
              </a:lnSpc>
              <a:buFont typeface="Arial"/>
              <a:buChar char="•"/>
            </a:pPr>
            <a:r>
              <a:rPr lang="en-US" sz="2999">
                <a:solidFill>
                  <a:srgbClr val="F4F5F0"/>
                </a:solidFill>
                <a:latin typeface="Nourd"/>
                <a:ea typeface="Nourd"/>
                <a:cs typeface="Nourd"/>
                <a:sym typeface="Nourd"/>
              </a:rPr>
              <a:t>Pre-echo</a:t>
            </a:r>
          </a:p>
          <a:p>
            <a:pPr algn="l" marL="647697" indent="-323848" lvl="1">
              <a:lnSpc>
                <a:spcPts val="2999"/>
              </a:lnSpc>
              <a:buFont typeface="Arial"/>
              <a:buChar char="•"/>
            </a:pPr>
            <a:r>
              <a:rPr lang="en-US" sz="2999">
                <a:solidFill>
                  <a:srgbClr val="F4F5F0"/>
                </a:solidFill>
                <a:latin typeface="Nourd"/>
                <a:ea typeface="Nourd"/>
                <a:cs typeface="Nourd"/>
                <a:sym typeface="Nourd"/>
              </a:rPr>
              <a:t>High-Frequency Rolloff</a:t>
            </a:r>
          </a:p>
          <a:p>
            <a:pPr algn="l" marL="647697" indent="-323848" lvl="1">
              <a:lnSpc>
                <a:spcPts val="2999"/>
              </a:lnSpc>
              <a:buFont typeface="Arial"/>
              <a:buChar char="•"/>
            </a:pPr>
            <a:r>
              <a:rPr lang="en-US" sz="2999">
                <a:solidFill>
                  <a:srgbClr val="F4F5F0"/>
                </a:solidFill>
                <a:latin typeface="Nourd"/>
                <a:ea typeface="Nourd"/>
                <a:cs typeface="Nourd"/>
                <a:sym typeface="Nourd"/>
              </a:rPr>
              <a:t>Inter-channel phase distortion</a:t>
            </a:r>
          </a:p>
        </p:txBody>
      </p:sp>
      <p:sp>
        <p:nvSpPr>
          <p:cNvPr name="TextBox 14" id="14"/>
          <p:cNvSpPr txBox="true"/>
          <p:nvPr/>
        </p:nvSpPr>
        <p:spPr>
          <a:xfrm rot="0">
            <a:off x="11187511" y="2381113"/>
            <a:ext cx="6071789" cy="375920"/>
          </a:xfrm>
          <a:prstGeom prst="rect">
            <a:avLst/>
          </a:prstGeom>
        </p:spPr>
        <p:txBody>
          <a:bodyPr anchor="t" rtlCol="false" tIns="0" lIns="0" bIns="0" rIns="0">
            <a:spAutoFit/>
          </a:bodyPr>
          <a:lstStyle/>
          <a:p>
            <a:pPr algn="just">
              <a:lnSpc>
                <a:spcPts val="2799"/>
              </a:lnSpc>
            </a:pPr>
            <a:r>
              <a:rPr lang="en-US" b="true" sz="2799">
                <a:solidFill>
                  <a:srgbClr val="F4F5F0"/>
                </a:solidFill>
                <a:latin typeface="Nourd Bold"/>
                <a:ea typeface="Nourd Bold"/>
                <a:cs typeface="Nourd Bold"/>
                <a:sym typeface="Nourd Bold"/>
              </a:rPr>
              <a:t>Compression Problems</a:t>
            </a:r>
          </a:p>
        </p:txBody>
      </p:sp>
      <p:sp>
        <p:nvSpPr>
          <p:cNvPr name="TextBox 15" id="15"/>
          <p:cNvSpPr txBox="true"/>
          <p:nvPr/>
        </p:nvSpPr>
        <p:spPr>
          <a:xfrm rot="0">
            <a:off x="2345479" y="746125"/>
            <a:ext cx="13597041" cy="660400"/>
          </a:xfrm>
          <a:prstGeom prst="rect">
            <a:avLst/>
          </a:prstGeom>
        </p:spPr>
        <p:txBody>
          <a:bodyPr anchor="t" rtlCol="false" tIns="0" lIns="0" bIns="0" rIns="0">
            <a:spAutoFit/>
          </a:bodyPr>
          <a:lstStyle/>
          <a:p>
            <a:pPr algn="ctr">
              <a:lnSpc>
                <a:spcPts val="5000"/>
              </a:lnSpc>
            </a:pPr>
            <a:r>
              <a:rPr lang="en-US" b="true" sz="5000">
                <a:solidFill>
                  <a:srgbClr val="F4F5F0"/>
                </a:solidFill>
                <a:latin typeface="Nourd Bold"/>
                <a:ea typeface="Nourd Bold"/>
                <a:cs typeface="Nourd Bold"/>
                <a:sym typeface="Nourd Bold"/>
              </a:rPr>
              <a:t>Spatial Audio = Presence and Immersion</a:t>
            </a:r>
          </a:p>
        </p:txBody>
      </p:sp>
      <p:sp>
        <p:nvSpPr>
          <p:cNvPr name="TextBox 16" id="16"/>
          <p:cNvSpPr txBox="true"/>
          <p:nvPr/>
        </p:nvSpPr>
        <p:spPr>
          <a:xfrm rot="0">
            <a:off x="11187511" y="6448418"/>
            <a:ext cx="6071789" cy="1133475"/>
          </a:xfrm>
          <a:prstGeom prst="rect">
            <a:avLst/>
          </a:prstGeom>
        </p:spPr>
        <p:txBody>
          <a:bodyPr anchor="t" rtlCol="false" tIns="0" lIns="0" bIns="0" rIns="0">
            <a:spAutoFit/>
          </a:bodyPr>
          <a:lstStyle/>
          <a:p>
            <a:pPr algn="l" marL="647697" indent="-323848" lvl="1">
              <a:lnSpc>
                <a:spcPts val="2999"/>
              </a:lnSpc>
              <a:buFont typeface="Arial"/>
              <a:buChar char="•"/>
            </a:pPr>
            <a:r>
              <a:rPr lang="en-US" sz="2999">
                <a:solidFill>
                  <a:srgbClr val="F4F5F0"/>
                </a:solidFill>
                <a:latin typeface="Nourd"/>
                <a:ea typeface="Nourd"/>
                <a:cs typeface="Nourd"/>
                <a:sym typeface="Nourd"/>
              </a:rPr>
              <a:t>Direction</a:t>
            </a:r>
          </a:p>
          <a:p>
            <a:pPr algn="l" marL="647697" indent="-323848" lvl="1">
              <a:lnSpc>
                <a:spcPts val="2999"/>
              </a:lnSpc>
              <a:buFont typeface="Arial"/>
              <a:buChar char="•"/>
            </a:pPr>
            <a:r>
              <a:rPr lang="en-US" sz="2999">
                <a:solidFill>
                  <a:srgbClr val="F4F5F0"/>
                </a:solidFill>
                <a:latin typeface="Nourd"/>
                <a:ea typeface="Nourd"/>
                <a:cs typeface="Nourd"/>
                <a:sym typeface="Nourd"/>
              </a:rPr>
              <a:t>Distance</a:t>
            </a:r>
          </a:p>
          <a:p>
            <a:pPr algn="l" marL="647697" indent="-323848" lvl="1">
              <a:lnSpc>
                <a:spcPts val="2999"/>
              </a:lnSpc>
              <a:buFont typeface="Arial"/>
              <a:buChar char="•"/>
            </a:pPr>
            <a:r>
              <a:rPr lang="en-US" sz="2999">
                <a:solidFill>
                  <a:srgbClr val="F4F5F0"/>
                </a:solidFill>
                <a:latin typeface="Nourd"/>
                <a:ea typeface="Nourd"/>
                <a:cs typeface="Nourd"/>
                <a:sym typeface="Nourd"/>
              </a:rPr>
              <a:t>Clarity</a:t>
            </a:r>
          </a:p>
        </p:txBody>
      </p:sp>
      <p:sp>
        <p:nvSpPr>
          <p:cNvPr name="Freeform 17" id="17"/>
          <p:cNvSpPr/>
          <p:nvPr/>
        </p:nvSpPr>
        <p:spPr>
          <a:xfrm flipH="false" flipV="false" rot="0">
            <a:off x="9295407" y="7786475"/>
            <a:ext cx="9144000" cy="3391593"/>
          </a:xfrm>
          <a:custGeom>
            <a:avLst/>
            <a:gdLst/>
            <a:ahLst/>
            <a:cxnLst/>
            <a:rect r="r" b="b" t="t" l="l"/>
            <a:pathLst>
              <a:path h="3391593" w="9144000">
                <a:moveTo>
                  <a:pt x="0" y="0"/>
                </a:moveTo>
                <a:lnTo>
                  <a:pt x="9144000" y="0"/>
                </a:lnTo>
                <a:lnTo>
                  <a:pt x="9144000" y="3391593"/>
                </a:lnTo>
                <a:lnTo>
                  <a:pt x="0" y="339159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8" id="18"/>
          <p:cNvSpPr txBox="true"/>
          <p:nvPr/>
        </p:nvSpPr>
        <p:spPr>
          <a:xfrm rot="0">
            <a:off x="6039899" y="2971165"/>
            <a:ext cx="3301818" cy="660400"/>
          </a:xfrm>
          <a:prstGeom prst="rect">
            <a:avLst/>
          </a:prstGeom>
        </p:spPr>
        <p:txBody>
          <a:bodyPr anchor="t" rtlCol="false" tIns="0" lIns="0" bIns="0" rIns="0">
            <a:spAutoFit/>
          </a:bodyPr>
          <a:lstStyle/>
          <a:p>
            <a:pPr algn="ctr">
              <a:lnSpc>
                <a:spcPts val="5000"/>
              </a:lnSpc>
            </a:pPr>
            <a:r>
              <a:rPr lang="en-US" b="true" sz="5000">
                <a:solidFill>
                  <a:srgbClr val="F4F5F0"/>
                </a:solidFill>
                <a:latin typeface="Nourd Bold"/>
                <a:ea typeface="Nourd Bold"/>
                <a:cs typeface="Nourd Bold"/>
                <a:sym typeface="Nourd Bold"/>
              </a:rPr>
              <a:t>ITD</a:t>
            </a:r>
          </a:p>
        </p:txBody>
      </p:sp>
      <p:sp>
        <p:nvSpPr>
          <p:cNvPr name="TextBox 19" id="19"/>
          <p:cNvSpPr txBox="true"/>
          <p:nvPr/>
        </p:nvSpPr>
        <p:spPr>
          <a:xfrm rot="0">
            <a:off x="7788251" y="5538158"/>
            <a:ext cx="3301818" cy="660400"/>
          </a:xfrm>
          <a:prstGeom prst="rect">
            <a:avLst/>
          </a:prstGeom>
        </p:spPr>
        <p:txBody>
          <a:bodyPr anchor="t" rtlCol="false" tIns="0" lIns="0" bIns="0" rIns="0">
            <a:spAutoFit/>
          </a:bodyPr>
          <a:lstStyle/>
          <a:p>
            <a:pPr algn="ctr">
              <a:lnSpc>
                <a:spcPts val="5000"/>
              </a:lnSpc>
            </a:pPr>
            <a:r>
              <a:rPr lang="en-US" b="true" sz="5000">
                <a:solidFill>
                  <a:srgbClr val="F4F5F0"/>
                </a:solidFill>
                <a:latin typeface="Nourd Bold"/>
                <a:ea typeface="Nourd Bold"/>
                <a:cs typeface="Nourd Bold"/>
                <a:sym typeface="Nourd Bold"/>
              </a:rPr>
              <a:t>ILD</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31313"/>
        </a:solidFill>
      </p:bgPr>
    </p:bg>
    <p:spTree>
      <p:nvGrpSpPr>
        <p:cNvPr id="1" name=""/>
        <p:cNvGrpSpPr/>
        <p:nvPr/>
      </p:nvGrpSpPr>
      <p:grpSpPr>
        <a:xfrm>
          <a:off x="0" y="0"/>
          <a:ext cx="0" cy="0"/>
          <a:chOff x="0" y="0"/>
          <a:chExt cx="0" cy="0"/>
        </a:xfrm>
      </p:grpSpPr>
      <p:grpSp>
        <p:nvGrpSpPr>
          <p:cNvPr name="Group 2" id="2"/>
          <p:cNvGrpSpPr/>
          <p:nvPr/>
        </p:nvGrpSpPr>
        <p:grpSpPr>
          <a:xfrm rot="0">
            <a:off x="792228" y="6762609"/>
            <a:ext cx="16703545" cy="1670354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1C1C"/>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0" y="7562504"/>
            <a:ext cx="9144000" cy="3391593"/>
          </a:xfrm>
          <a:custGeom>
            <a:avLst/>
            <a:gdLst/>
            <a:ahLst/>
            <a:cxnLst/>
            <a:rect r="r" b="b" t="t" l="l"/>
            <a:pathLst>
              <a:path h="3391593" w="9144000">
                <a:moveTo>
                  <a:pt x="0" y="0"/>
                </a:moveTo>
                <a:lnTo>
                  <a:pt x="9144000" y="0"/>
                </a:lnTo>
                <a:lnTo>
                  <a:pt x="9144000" y="3391592"/>
                </a:lnTo>
                <a:lnTo>
                  <a:pt x="0" y="3391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028700" y="1228725"/>
            <a:ext cx="8828078" cy="4007486"/>
          </a:xfrm>
          <a:prstGeom prst="rect">
            <a:avLst/>
          </a:prstGeom>
        </p:spPr>
        <p:txBody>
          <a:bodyPr anchor="t" rtlCol="false" tIns="0" lIns="0" bIns="0" rIns="0">
            <a:spAutoFit/>
          </a:bodyPr>
          <a:lstStyle/>
          <a:p>
            <a:pPr algn="l">
              <a:lnSpc>
                <a:spcPts val="10400"/>
              </a:lnSpc>
            </a:pPr>
            <a:r>
              <a:rPr lang="en-US" sz="10400" b="true">
                <a:solidFill>
                  <a:srgbClr val="EEEBE8"/>
                </a:solidFill>
                <a:latin typeface="Nourd Bold"/>
                <a:ea typeface="Nourd Bold"/>
                <a:cs typeface="Nourd Bold"/>
                <a:sym typeface="Nourd Bold"/>
              </a:rPr>
              <a:t>B</a:t>
            </a:r>
            <a:r>
              <a:rPr lang="en-US" b="true" sz="10400">
                <a:solidFill>
                  <a:srgbClr val="EEEBE8"/>
                </a:solidFill>
                <a:latin typeface="Nourd Bold"/>
                <a:ea typeface="Nourd Bold"/>
                <a:cs typeface="Nourd Bold"/>
                <a:sym typeface="Nourd Bold"/>
              </a:rPr>
              <a:t>ad sound ruins the experience.</a:t>
            </a:r>
          </a:p>
        </p:txBody>
      </p:sp>
      <p:sp>
        <p:nvSpPr>
          <p:cNvPr name="TextBox 7" id="7"/>
          <p:cNvSpPr txBox="true"/>
          <p:nvPr/>
        </p:nvSpPr>
        <p:spPr>
          <a:xfrm rot="0">
            <a:off x="11187511" y="3310890"/>
            <a:ext cx="6071789" cy="3362325"/>
          </a:xfrm>
          <a:prstGeom prst="rect">
            <a:avLst/>
          </a:prstGeom>
        </p:spPr>
        <p:txBody>
          <a:bodyPr anchor="t" rtlCol="false" tIns="0" lIns="0" bIns="0" rIns="0">
            <a:spAutoFit/>
          </a:bodyPr>
          <a:lstStyle/>
          <a:p>
            <a:pPr algn="l" marL="647697" indent="-323848" lvl="1">
              <a:lnSpc>
                <a:spcPts val="2999"/>
              </a:lnSpc>
              <a:buFont typeface="Arial"/>
              <a:buChar char="•"/>
            </a:pPr>
            <a:r>
              <a:rPr lang="en-US" sz="2999">
                <a:solidFill>
                  <a:srgbClr val="F4F5F0"/>
                </a:solidFill>
                <a:latin typeface="Nourd"/>
                <a:ea typeface="Nourd"/>
                <a:cs typeface="Nourd"/>
                <a:sym typeface="Nourd"/>
              </a:rPr>
              <a:t>MP3 vs. AAC vs. Opus – 8,12,24,48,64 kbps</a:t>
            </a:r>
          </a:p>
          <a:p>
            <a:pPr algn="l">
              <a:lnSpc>
                <a:spcPts val="2999"/>
              </a:lnSpc>
            </a:pPr>
          </a:p>
          <a:p>
            <a:pPr algn="l" marL="647697" indent="-323848" lvl="1">
              <a:lnSpc>
                <a:spcPts val="2999"/>
              </a:lnSpc>
              <a:buFont typeface="Arial"/>
              <a:buChar char="•"/>
            </a:pPr>
            <a:r>
              <a:rPr lang="en-US" sz="2999">
                <a:solidFill>
                  <a:srgbClr val="F4F5F0"/>
                </a:solidFill>
                <a:latin typeface="Nourd"/>
                <a:ea typeface="Nourd"/>
                <a:cs typeface="Nourd"/>
                <a:sym typeface="Nourd"/>
              </a:rPr>
              <a:t>Identify the transparency point</a:t>
            </a:r>
          </a:p>
          <a:p>
            <a:pPr algn="l" marL="647697" indent="-323848" lvl="1">
              <a:lnSpc>
                <a:spcPts val="2999"/>
              </a:lnSpc>
              <a:buFont typeface="Arial"/>
              <a:buChar char="•"/>
            </a:pPr>
            <a:r>
              <a:rPr lang="en-US" sz="2999">
                <a:solidFill>
                  <a:srgbClr val="F4F5F0"/>
                </a:solidFill>
                <a:latin typeface="Nourd"/>
                <a:ea typeface="Nourd"/>
                <a:cs typeface="Nourd"/>
                <a:sym typeface="Nourd"/>
              </a:rPr>
              <a:t>Build 3D-audio player (Web-based)</a:t>
            </a:r>
          </a:p>
          <a:p>
            <a:pPr algn="l">
              <a:lnSpc>
                <a:spcPts val="2999"/>
              </a:lnSpc>
            </a:pPr>
          </a:p>
          <a:p>
            <a:pPr algn="l" marL="647697" indent="-323848" lvl="1">
              <a:lnSpc>
                <a:spcPts val="2999"/>
              </a:lnSpc>
              <a:buFont typeface="Arial"/>
              <a:buChar char="•"/>
            </a:pPr>
            <a:r>
              <a:rPr lang="en-US" sz="2999">
                <a:solidFill>
                  <a:srgbClr val="F4F5F0"/>
                </a:solidFill>
                <a:latin typeface="Nourd"/>
                <a:ea typeface="Nourd"/>
                <a:cs typeface="Nourd"/>
                <a:sym typeface="Nourd"/>
              </a:rPr>
              <a:t>Codec/</a:t>
            </a:r>
            <a:r>
              <a:rPr lang="en-US" sz="2999">
                <a:solidFill>
                  <a:srgbClr val="F4F5F0"/>
                </a:solidFill>
                <a:latin typeface="Nourd"/>
                <a:ea typeface="Nourd"/>
                <a:cs typeface="Nourd"/>
                <a:sym typeface="Nourd"/>
              </a:rPr>
              <a:t>Bitrate &amp; Perceived Immersion</a:t>
            </a:r>
          </a:p>
        </p:txBody>
      </p:sp>
      <p:sp>
        <p:nvSpPr>
          <p:cNvPr name="Freeform 8" id="8"/>
          <p:cNvSpPr/>
          <p:nvPr/>
        </p:nvSpPr>
        <p:spPr>
          <a:xfrm flipH="false" flipV="false" rot="0">
            <a:off x="9144000" y="7562504"/>
            <a:ext cx="9144000" cy="3391593"/>
          </a:xfrm>
          <a:custGeom>
            <a:avLst/>
            <a:gdLst/>
            <a:ahLst/>
            <a:cxnLst/>
            <a:rect r="r" b="b" t="t" l="l"/>
            <a:pathLst>
              <a:path h="3391593" w="9144000">
                <a:moveTo>
                  <a:pt x="0" y="0"/>
                </a:moveTo>
                <a:lnTo>
                  <a:pt x="9144000" y="0"/>
                </a:lnTo>
                <a:lnTo>
                  <a:pt x="9144000" y="3391592"/>
                </a:lnTo>
                <a:lnTo>
                  <a:pt x="0" y="33915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1187511" y="2381113"/>
            <a:ext cx="6071789" cy="375920"/>
          </a:xfrm>
          <a:prstGeom prst="rect">
            <a:avLst/>
          </a:prstGeom>
        </p:spPr>
        <p:txBody>
          <a:bodyPr anchor="t" rtlCol="false" tIns="0" lIns="0" bIns="0" rIns="0">
            <a:spAutoFit/>
          </a:bodyPr>
          <a:lstStyle/>
          <a:p>
            <a:pPr algn="just">
              <a:lnSpc>
                <a:spcPts val="2799"/>
              </a:lnSpc>
            </a:pPr>
            <a:r>
              <a:rPr lang="en-US" b="true" sz="2799">
                <a:solidFill>
                  <a:srgbClr val="F4F5F0"/>
                </a:solidFill>
                <a:latin typeface="Nourd Bold"/>
                <a:ea typeface="Nourd Bold"/>
                <a:cs typeface="Nourd Bold"/>
                <a:sym typeface="Nourd Bold"/>
              </a:rPr>
              <a:t>Objectives</a:t>
            </a:r>
          </a:p>
        </p:txBody>
      </p:sp>
      <p:sp>
        <p:nvSpPr>
          <p:cNvPr name="AutoShape 10" id="10"/>
          <p:cNvSpPr/>
          <p:nvPr/>
        </p:nvSpPr>
        <p:spPr>
          <a:xfrm>
            <a:off x="11187511" y="3006090"/>
            <a:ext cx="6071789" cy="0"/>
          </a:xfrm>
          <a:prstGeom prst="line">
            <a:avLst/>
          </a:prstGeom>
          <a:ln cap="flat" w="38100">
            <a:solidFill>
              <a:srgbClr val="FFFFFF"/>
            </a:solidFill>
            <a:prstDash val="solid"/>
            <a:headEnd type="none" len="sm" w="sm"/>
            <a:tailEnd type="none" len="sm" w="sm"/>
          </a:ln>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31313"/>
        </a:solidFill>
      </p:bgPr>
    </p:bg>
    <p:spTree>
      <p:nvGrpSpPr>
        <p:cNvPr id="1" name=""/>
        <p:cNvGrpSpPr/>
        <p:nvPr/>
      </p:nvGrpSpPr>
      <p:grpSpPr>
        <a:xfrm>
          <a:off x="0" y="0"/>
          <a:ext cx="0" cy="0"/>
          <a:chOff x="0" y="0"/>
          <a:chExt cx="0" cy="0"/>
        </a:xfrm>
      </p:grpSpPr>
      <p:grpSp>
        <p:nvGrpSpPr>
          <p:cNvPr name="Group 2" id="2"/>
          <p:cNvGrpSpPr/>
          <p:nvPr/>
        </p:nvGrpSpPr>
        <p:grpSpPr>
          <a:xfrm rot="0">
            <a:off x="-2597421" y="-1591581"/>
            <a:ext cx="7252243" cy="7252243"/>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1C1C"/>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2261035" y="1789112"/>
            <a:ext cx="13765929" cy="7106661"/>
          </a:xfrm>
          <a:custGeom>
            <a:avLst/>
            <a:gdLst/>
            <a:ahLst/>
            <a:cxnLst/>
            <a:rect r="r" b="b" t="t" l="l"/>
            <a:pathLst>
              <a:path h="7106661" w="13765929">
                <a:moveTo>
                  <a:pt x="0" y="0"/>
                </a:moveTo>
                <a:lnTo>
                  <a:pt x="13765930" y="0"/>
                </a:lnTo>
                <a:lnTo>
                  <a:pt x="13765930" y="7106661"/>
                </a:lnTo>
                <a:lnTo>
                  <a:pt x="0" y="7106661"/>
                </a:lnTo>
                <a:lnTo>
                  <a:pt x="0" y="0"/>
                </a:lnTo>
                <a:close/>
              </a:path>
            </a:pathLst>
          </a:custGeom>
          <a:blipFill>
            <a:blip r:embed="rId2"/>
            <a:stretch>
              <a:fillRect l="0" t="0" r="0" b="0"/>
            </a:stretch>
          </a:blipFill>
        </p:spPr>
      </p:sp>
      <p:sp>
        <p:nvSpPr>
          <p:cNvPr name="TextBox 6" id="6"/>
          <p:cNvSpPr txBox="true"/>
          <p:nvPr/>
        </p:nvSpPr>
        <p:spPr>
          <a:xfrm rot="0">
            <a:off x="4079559" y="458788"/>
            <a:ext cx="10128881" cy="1330324"/>
          </a:xfrm>
          <a:prstGeom prst="rect">
            <a:avLst/>
          </a:prstGeom>
        </p:spPr>
        <p:txBody>
          <a:bodyPr anchor="t" rtlCol="false" tIns="0" lIns="0" bIns="0" rIns="0">
            <a:spAutoFit/>
          </a:bodyPr>
          <a:lstStyle/>
          <a:p>
            <a:pPr algn="ctr">
              <a:lnSpc>
                <a:spcPts val="9999"/>
              </a:lnSpc>
            </a:pPr>
            <a:r>
              <a:rPr lang="en-US" b="true" sz="9999">
                <a:solidFill>
                  <a:srgbClr val="F4F5F0"/>
                </a:solidFill>
                <a:latin typeface="Nourd Bold"/>
                <a:ea typeface="Nourd Bold"/>
                <a:cs typeface="Nourd Bold"/>
                <a:sym typeface="Nourd Bold"/>
              </a:rPr>
              <a:t>System Setup</a:t>
            </a:r>
          </a:p>
        </p:txBody>
      </p:sp>
      <p:sp>
        <p:nvSpPr>
          <p:cNvPr name="Freeform 7" id="7"/>
          <p:cNvSpPr/>
          <p:nvPr/>
        </p:nvSpPr>
        <p:spPr>
          <a:xfrm flipH="false" flipV="false" rot="0">
            <a:off x="5622350" y="7860712"/>
            <a:ext cx="4095607" cy="774294"/>
          </a:xfrm>
          <a:custGeom>
            <a:avLst/>
            <a:gdLst/>
            <a:ahLst/>
            <a:cxnLst/>
            <a:rect r="r" b="b" t="t" l="l"/>
            <a:pathLst>
              <a:path h="774294" w="4095607">
                <a:moveTo>
                  <a:pt x="0" y="0"/>
                </a:moveTo>
                <a:lnTo>
                  <a:pt x="4095607" y="0"/>
                </a:lnTo>
                <a:lnTo>
                  <a:pt x="4095607" y="774294"/>
                </a:lnTo>
                <a:lnTo>
                  <a:pt x="0" y="774294"/>
                </a:lnTo>
                <a:lnTo>
                  <a:pt x="0" y="0"/>
                </a:lnTo>
                <a:close/>
              </a:path>
            </a:pathLst>
          </a:custGeom>
          <a:blipFill>
            <a:blip r:embed="rId3"/>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31313"/>
        </a:solidFill>
      </p:bgPr>
    </p:bg>
    <p:spTree>
      <p:nvGrpSpPr>
        <p:cNvPr id="1" name=""/>
        <p:cNvGrpSpPr/>
        <p:nvPr/>
      </p:nvGrpSpPr>
      <p:grpSpPr>
        <a:xfrm>
          <a:off x="0" y="0"/>
          <a:ext cx="0" cy="0"/>
          <a:chOff x="0" y="0"/>
          <a:chExt cx="0" cy="0"/>
        </a:xfrm>
      </p:grpSpPr>
      <p:grpSp>
        <p:nvGrpSpPr>
          <p:cNvPr name="Group 2" id="2"/>
          <p:cNvGrpSpPr/>
          <p:nvPr/>
        </p:nvGrpSpPr>
        <p:grpSpPr>
          <a:xfrm rot="0">
            <a:off x="-2597421" y="-1591581"/>
            <a:ext cx="7252243" cy="7252243"/>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1C1C"/>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304055" y="3432897"/>
            <a:ext cx="8743570" cy="5825403"/>
          </a:xfrm>
          <a:custGeom>
            <a:avLst/>
            <a:gdLst/>
            <a:ahLst/>
            <a:cxnLst/>
            <a:rect r="r" b="b" t="t" l="l"/>
            <a:pathLst>
              <a:path h="5825403" w="8743570">
                <a:moveTo>
                  <a:pt x="0" y="0"/>
                </a:moveTo>
                <a:lnTo>
                  <a:pt x="8743570" y="0"/>
                </a:lnTo>
                <a:lnTo>
                  <a:pt x="8743570" y="5825403"/>
                </a:lnTo>
                <a:lnTo>
                  <a:pt x="0" y="5825403"/>
                </a:lnTo>
                <a:lnTo>
                  <a:pt x="0" y="0"/>
                </a:lnTo>
                <a:close/>
              </a:path>
            </a:pathLst>
          </a:custGeom>
          <a:blipFill>
            <a:blip r:embed="rId2"/>
            <a:stretch>
              <a:fillRect l="0" t="0" r="0" b="0"/>
            </a:stretch>
          </a:blipFill>
        </p:spPr>
      </p:sp>
      <p:sp>
        <p:nvSpPr>
          <p:cNvPr name="Freeform 6" id="6"/>
          <p:cNvSpPr/>
          <p:nvPr/>
        </p:nvSpPr>
        <p:spPr>
          <a:xfrm flipH="false" flipV="false" rot="0">
            <a:off x="10548960" y="1116584"/>
            <a:ext cx="6710340" cy="3774566"/>
          </a:xfrm>
          <a:custGeom>
            <a:avLst/>
            <a:gdLst/>
            <a:ahLst/>
            <a:cxnLst/>
            <a:rect r="r" b="b" t="t" l="l"/>
            <a:pathLst>
              <a:path h="3774566" w="6710340">
                <a:moveTo>
                  <a:pt x="0" y="0"/>
                </a:moveTo>
                <a:lnTo>
                  <a:pt x="6710340" y="0"/>
                </a:lnTo>
                <a:lnTo>
                  <a:pt x="6710340" y="3774567"/>
                </a:lnTo>
                <a:lnTo>
                  <a:pt x="0" y="3774567"/>
                </a:lnTo>
                <a:lnTo>
                  <a:pt x="0" y="0"/>
                </a:lnTo>
                <a:close/>
              </a:path>
            </a:pathLst>
          </a:custGeom>
          <a:blipFill>
            <a:blip r:embed="rId3"/>
            <a:stretch>
              <a:fillRect l="0" t="0" r="0" b="0"/>
            </a:stretch>
          </a:blipFill>
        </p:spPr>
      </p:sp>
      <p:sp>
        <p:nvSpPr>
          <p:cNvPr name="Freeform 7" id="7"/>
          <p:cNvSpPr/>
          <p:nvPr/>
        </p:nvSpPr>
        <p:spPr>
          <a:xfrm flipH="false" flipV="false" rot="0">
            <a:off x="10548960" y="5483734"/>
            <a:ext cx="6710340" cy="3774566"/>
          </a:xfrm>
          <a:custGeom>
            <a:avLst/>
            <a:gdLst/>
            <a:ahLst/>
            <a:cxnLst/>
            <a:rect r="r" b="b" t="t" l="l"/>
            <a:pathLst>
              <a:path h="3774566" w="6710340">
                <a:moveTo>
                  <a:pt x="0" y="0"/>
                </a:moveTo>
                <a:lnTo>
                  <a:pt x="6710340" y="0"/>
                </a:lnTo>
                <a:lnTo>
                  <a:pt x="6710340" y="3774566"/>
                </a:lnTo>
                <a:lnTo>
                  <a:pt x="0" y="3774566"/>
                </a:lnTo>
                <a:lnTo>
                  <a:pt x="0" y="0"/>
                </a:lnTo>
                <a:close/>
              </a:path>
            </a:pathLst>
          </a:custGeom>
          <a:blipFill>
            <a:blip r:embed="rId4"/>
            <a:stretch>
              <a:fillRect l="-38491" t="-9356" r="0" b="-29134"/>
            </a:stretch>
          </a:blipFill>
        </p:spPr>
      </p:sp>
      <p:sp>
        <p:nvSpPr>
          <p:cNvPr name="TextBox 8" id="8"/>
          <p:cNvSpPr txBox="true"/>
          <p:nvPr/>
        </p:nvSpPr>
        <p:spPr>
          <a:xfrm rot="0">
            <a:off x="1618190" y="1208087"/>
            <a:ext cx="8115300" cy="1795780"/>
          </a:xfrm>
          <a:prstGeom prst="rect">
            <a:avLst/>
          </a:prstGeom>
        </p:spPr>
        <p:txBody>
          <a:bodyPr anchor="t" rtlCol="false" tIns="0" lIns="0" bIns="0" rIns="0">
            <a:spAutoFit/>
          </a:bodyPr>
          <a:lstStyle/>
          <a:p>
            <a:pPr algn="l">
              <a:lnSpc>
                <a:spcPts val="7200"/>
              </a:lnSpc>
            </a:pPr>
            <a:r>
              <a:rPr lang="en-US" sz="7200" b="true">
                <a:solidFill>
                  <a:srgbClr val="EEEBE8"/>
                </a:solidFill>
                <a:latin typeface="Nourd Bold"/>
                <a:ea typeface="Nourd Bold"/>
                <a:cs typeface="Nourd Bold"/>
                <a:sym typeface="Nourd Bold"/>
              </a:rPr>
              <a:t>Subjective Test:</a:t>
            </a:r>
          </a:p>
          <a:p>
            <a:pPr algn="l">
              <a:lnSpc>
                <a:spcPts val="6700"/>
              </a:lnSpc>
            </a:pPr>
            <a:r>
              <a:rPr lang="en-US" sz="6700" b="true">
                <a:solidFill>
                  <a:srgbClr val="EEEBE8"/>
                </a:solidFill>
                <a:latin typeface="Nourd Bold"/>
                <a:ea typeface="Nourd Bold"/>
                <a:cs typeface="Nourd Bold"/>
                <a:sym typeface="Nourd Bold"/>
              </a:rPr>
              <a:t>ABX Methodology</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31313"/>
        </a:solidFill>
      </p:bgPr>
    </p:bg>
    <p:spTree>
      <p:nvGrpSpPr>
        <p:cNvPr id="1" name=""/>
        <p:cNvGrpSpPr/>
        <p:nvPr/>
      </p:nvGrpSpPr>
      <p:grpSpPr>
        <a:xfrm>
          <a:off x="0" y="0"/>
          <a:ext cx="0" cy="0"/>
          <a:chOff x="0" y="0"/>
          <a:chExt cx="0" cy="0"/>
        </a:xfrm>
      </p:grpSpPr>
      <p:grpSp>
        <p:nvGrpSpPr>
          <p:cNvPr name="Group 2" id="2"/>
          <p:cNvGrpSpPr/>
          <p:nvPr/>
        </p:nvGrpSpPr>
        <p:grpSpPr>
          <a:xfrm rot="0">
            <a:off x="-2597421" y="-1591581"/>
            <a:ext cx="7252243" cy="7252243"/>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1C1C"/>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78356" y="2232763"/>
            <a:ext cx="16131288" cy="6855797"/>
          </a:xfrm>
          <a:custGeom>
            <a:avLst/>
            <a:gdLst/>
            <a:ahLst/>
            <a:cxnLst/>
            <a:rect r="r" b="b" t="t" l="l"/>
            <a:pathLst>
              <a:path h="6855797" w="16131288">
                <a:moveTo>
                  <a:pt x="0" y="0"/>
                </a:moveTo>
                <a:lnTo>
                  <a:pt x="16131288" y="0"/>
                </a:lnTo>
                <a:lnTo>
                  <a:pt x="16131288" y="6855797"/>
                </a:lnTo>
                <a:lnTo>
                  <a:pt x="0" y="6855797"/>
                </a:lnTo>
                <a:lnTo>
                  <a:pt x="0" y="0"/>
                </a:lnTo>
                <a:close/>
              </a:path>
            </a:pathLst>
          </a:custGeom>
          <a:blipFill>
            <a:blip r:embed="rId2"/>
            <a:stretch>
              <a:fillRect l="0" t="0" r="0" b="0"/>
            </a:stretch>
          </a:blipFill>
        </p:spPr>
      </p:sp>
      <p:sp>
        <p:nvSpPr>
          <p:cNvPr name="Freeform 6" id="6"/>
          <p:cNvSpPr/>
          <p:nvPr/>
        </p:nvSpPr>
        <p:spPr>
          <a:xfrm flipH="false" flipV="false" rot="0">
            <a:off x="2222341" y="2869609"/>
            <a:ext cx="5127610" cy="969399"/>
          </a:xfrm>
          <a:custGeom>
            <a:avLst/>
            <a:gdLst/>
            <a:ahLst/>
            <a:cxnLst/>
            <a:rect r="r" b="b" t="t" l="l"/>
            <a:pathLst>
              <a:path h="969399" w="5127610">
                <a:moveTo>
                  <a:pt x="0" y="0"/>
                </a:moveTo>
                <a:lnTo>
                  <a:pt x="5127610" y="0"/>
                </a:lnTo>
                <a:lnTo>
                  <a:pt x="5127610" y="969399"/>
                </a:lnTo>
                <a:lnTo>
                  <a:pt x="0" y="969399"/>
                </a:lnTo>
                <a:lnTo>
                  <a:pt x="0" y="0"/>
                </a:lnTo>
                <a:close/>
              </a:path>
            </a:pathLst>
          </a:custGeom>
          <a:blipFill>
            <a:blip r:embed="rId3"/>
            <a:stretch>
              <a:fillRect l="0" t="0" r="0" b="0"/>
            </a:stretch>
          </a:blipFill>
        </p:spPr>
      </p:sp>
      <p:sp>
        <p:nvSpPr>
          <p:cNvPr name="TextBox 7" id="7"/>
          <p:cNvSpPr txBox="true"/>
          <p:nvPr/>
        </p:nvSpPr>
        <p:spPr>
          <a:xfrm rot="0">
            <a:off x="4121155" y="622935"/>
            <a:ext cx="10045691" cy="954405"/>
          </a:xfrm>
          <a:prstGeom prst="rect">
            <a:avLst/>
          </a:prstGeom>
        </p:spPr>
        <p:txBody>
          <a:bodyPr anchor="t" rtlCol="false" tIns="0" lIns="0" bIns="0" rIns="0">
            <a:spAutoFit/>
          </a:bodyPr>
          <a:lstStyle/>
          <a:p>
            <a:pPr algn="ctr">
              <a:lnSpc>
                <a:spcPts val="7200"/>
              </a:lnSpc>
            </a:pPr>
            <a:r>
              <a:rPr lang="en-US" b="true" sz="7200">
                <a:solidFill>
                  <a:srgbClr val="EEEBE8"/>
                </a:solidFill>
                <a:latin typeface="Nourd Bold"/>
                <a:ea typeface="Nourd Bold"/>
                <a:cs typeface="Nourd Bold"/>
                <a:sym typeface="Nourd Bold"/>
              </a:rPr>
              <a:t>Spectral Analysis</a:t>
            </a:r>
          </a:p>
        </p:txBody>
      </p:sp>
      <p:sp>
        <p:nvSpPr>
          <p:cNvPr name="Freeform 8" id="8"/>
          <p:cNvSpPr/>
          <p:nvPr/>
        </p:nvSpPr>
        <p:spPr>
          <a:xfrm flipH="false" flipV="false" rot="0">
            <a:off x="10100986" y="5813873"/>
            <a:ext cx="5127610" cy="969399"/>
          </a:xfrm>
          <a:custGeom>
            <a:avLst/>
            <a:gdLst/>
            <a:ahLst/>
            <a:cxnLst/>
            <a:rect r="r" b="b" t="t" l="l"/>
            <a:pathLst>
              <a:path h="969399" w="5127610">
                <a:moveTo>
                  <a:pt x="0" y="0"/>
                </a:moveTo>
                <a:lnTo>
                  <a:pt x="5127610" y="0"/>
                </a:lnTo>
                <a:lnTo>
                  <a:pt x="5127610" y="969399"/>
                </a:lnTo>
                <a:lnTo>
                  <a:pt x="0" y="969399"/>
                </a:lnTo>
                <a:lnTo>
                  <a:pt x="0" y="0"/>
                </a:lnTo>
                <a:close/>
              </a:path>
            </a:pathLst>
          </a:custGeom>
          <a:blipFill>
            <a:blip r:embed="rId3"/>
            <a:stretch>
              <a:fillRect l="0" t="0" r="0" b="0"/>
            </a:stretch>
          </a:blipFill>
        </p:spPr>
      </p:sp>
      <p:sp>
        <p:nvSpPr>
          <p:cNvPr name="Freeform 9" id="9"/>
          <p:cNvSpPr/>
          <p:nvPr/>
        </p:nvSpPr>
        <p:spPr>
          <a:xfrm flipH="false" flipV="false" rot="0">
            <a:off x="10100986" y="2869609"/>
            <a:ext cx="5127610" cy="969399"/>
          </a:xfrm>
          <a:custGeom>
            <a:avLst/>
            <a:gdLst/>
            <a:ahLst/>
            <a:cxnLst/>
            <a:rect r="r" b="b" t="t" l="l"/>
            <a:pathLst>
              <a:path h="969399" w="5127610">
                <a:moveTo>
                  <a:pt x="0" y="0"/>
                </a:moveTo>
                <a:lnTo>
                  <a:pt x="5127610" y="0"/>
                </a:lnTo>
                <a:lnTo>
                  <a:pt x="5127610" y="969399"/>
                </a:lnTo>
                <a:lnTo>
                  <a:pt x="0" y="969399"/>
                </a:lnTo>
                <a:lnTo>
                  <a:pt x="0" y="0"/>
                </a:lnTo>
                <a:close/>
              </a:path>
            </a:pathLst>
          </a:custGeom>
          <a:blipFill>
            <a:blip r:embed="rId3"/>
            <a:stretch>
              <a:fillRect l="0" t="0" r="0" b="0"/>
            </a:stretch>
          </a:blipFill>
        </p:spPr>
      </p:sp>
      <p:sp>
        <p:nvSpPr>
          <p:cNvPr name="Freeform 10" id="10"/>
          <p:cNvSpPr/>
          <p:nvPr/>
        </p:nvSpPr>
        <p:spPr>
          <a:xfrm flipH="false" flipV="false" rot="0">
            <a:off x="2164144" y="5813873"/>
            <a:ext cx="5127610" cy="969399"/>
          </a:xfrm>
          <a:custGeom>
            <a:avLst/>
            <a:gdLst/>
            <a:ahLst/>
            <a:cxnLst/>
            <a:rect r="r" b="b" t="t" l="l"/>
            <a:pathLst>
              <a:path h="969399" w="5127610">
                <a:moveTo>
                  <a:pt x="0" y="0"/>
                </a:moveTo>
                <a:lnTo>
                  <a:pt x="5127610" y="0"/>
                </a:lnTo>
                <a:lnTo>
                  <a:pt x="5127610" y="969399"/>
                </a:lnTo>
                <a:lnTo>
                  <a:pt x="0" y="969399"/>
                </a:lnTo>
                <a:lnTo>
                  <a:pt x="0" y="0"/>
                </a:lnTo>
                <a:close/>
              </a:path>
            </a:pathLst>
          </a:custGeom>
          <a:blipFill>
            <a:blip r:embed="rId3"/>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31313"/>
        </a:solidFill>
      </p:bgPr>
    </p:bg>
    <p:spTree>
      <p:nvGrpSpPr>
        <p:cNvPr id="1" name=""/>
        <p:cNvGrpSpPr/>
        <p:nvPr/>
      </p:nvGrpSpPr>
      <p:grpSpPr>
        <a:xfrm>
          <a:off x="0" y="0"/>
          <a:ext cx="0" cy="0"/>
          <a:chOff x="0" y="0"/>
          <a:chExt cx="0" cy="0"/>
        </a:xfrm>
      </p:grpSpPr>
      <p:grpSp>
        <p:nvGrpSpPr>
          <p:cNvPr name="Group 2" id="2"/>
          <p:cNvGrpSpPr/>
          <p:nvPr/>
        </p:nvGrpSpPr>
        <p:grpSpPr>
          <a:xfrm rot="0">
            <a:off x="-2597421" y="-1591581"/>
            <a:ext cx="7252243" cy="7252243"/>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1C1C"/>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3197124" y="2062801"/>
            <a:ext cx="11893753" cy="7195721"/>
          </a:xfrm>
          <a:custGeom>
            <a:avLst/>
            <a:gdLst/>
            <a:ahLst/>
            <a:cxnLst/>
            <a:rect r="r" b="b" t="t" l="l"/>
            <a:pathLst>
              <a:path h="7195721" w="11893753">
                <a:moveTo>
                  <a:pt x="0" y="0"/>
                </a:moveTo>
                <a:lnTo>
                  <a:pt x="11893752" y="0"/>
                </a:lnTo>
                <a:lnTo>
                  <a:pt x="11893752" y="7195721"/>
                </a:lnTo>
                <a:lnTo>
                  <a:pt x="0" y="7195721"/>
                </a:lnTo>
                <a:lnTo>
                  <a:pt x="0" y="0"/>
                </a:lnTo>
                <a:close/>
              </a:path>
            </a:pathLst>
          </a:custGeom>
          <a:blipFill>
            <a:blip r:embed="rId2"/>
            <a:stretch>
              <a:fillRect l="0" t="0" r="0" b="0"/>
            </a:stretch>
          </a:blipFill>
        </p:spPr>
      </p:sp>
      <p:sp>
        <p:nvSpPr>
          <p:cNvPr name="TextBox 6" id="6"/>
          <p:cNvSpPr txBox="true"/>
          <p:nvPr/>
        </p:nvSpPr>
        <p:spPr>
          <a:xfrm rot="0">
            <a:off x="2223482" y="622935"/>
            <a:ext cx="13841036" cy="954405"/>
          </a:xfrm>
          <a:prstGeom prst="rect">
            <a:avLst/>
          </a:prstGeom>
        </p:spPr>
        <p:txBody>
          <a:bodyPr anchor="t" rtlCol="false" tIns="0" lIns="0" bIns="0" rIns="0">
            <a:spAutoFit/>
          </a:bodyPr>
          <a:lstStyle/>
          <a:p>
            <a:pPr algn="ctr">
              <a:lnSpc>
                <a:spcPts val="7200"/>
              </a:lnSpc>
            </a:pPr>
            <a:r>
              <a:rPr lang="en-US" b="true" sz="7200">
                <a:solidFill>
                  <a:srgbClr val="EEEBE8"/>
                </a:solidFill>
                <a:latin typeface="Nourd Bold"/>
                <a:ea typeface="Nourd Bold"/>
                <a:cs typeface="Nourd Bold"/>
                <a:sym typeface="Nourd Bold"/>
              </a:rPr>
              <a:t>Rate-Distortion Curve: SNR</a:t>
            </a:r>
          </a:p>
        </p:txBody>
      </p:sp>
      <p:sp>
        <p:nvSpPr>
          <p:cNvPr name="Freeform 7" id="7"/>
          <p:cNvSpPr/>
          <p:nvPr/>
        </p:nvSpPr>
        <p:spPr>
          <a:xfrm flipH="false" flipV="false" rot="0">
            <a:off x="5688012" y="6065947"/>
            <a:ext cx="7393676" cy="1397809"/>
          </a:xfrm>
          <a:custGeom>
            <a:avLst/>
            <a:gdLst/>
            <a:ahLst/>
            <a:cxnLst/>
            <a:rect r="r" b="b" t="t" l="l"/>
            <a:pathLst>
              <a:path h="1397809" w="7393676">
                <a:moveTo>
                  <a:pt x="0" y="0"/>
                </a:moveTo>
                <a:lnTo>
                  <a:pt x="7393676" y="0"/>
                </a:lnTo>
                <a:lnTo>
                  <a:pt x="7393676" y="1397810"/>
                </a:lnTo>
                <a:lnTo>
                  <a:pt x="0" y="1397810"/>
                </a:lnTo>
                <a:lnTo>
                  <a:pt x="0" y="0"/>
                </a:lnTo>
                <a:close/>
              </a:path>
            </a:pathLst>
          </a:custGeom>
          <a:blipFill>
            <a:blip r:embed="rId3"/>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31313"/>
        </a:solidFill>
      </p:bgPr>
    </p:bg>
    <p:spTree>
      <p:nvGrpSpPr>
        <p:cNvPr id="1" name=""/>
        <p:cNvGrpSpPr/>
        <p:nvPr/>
      </p:nvGrpSpPr>
      <p:grpSpPr>
        <a:xfrm>
          <a:off x="0" y="0"/>
          <a:ext cx="0" cy="0"/>
          <a:chOff x="0" y="0"/>
          <a:chExt cx="0" cy="0"/>
        </a:xfrm>
      </p:grpSpPr>
      <p:grpSp>
        <p:nvGrpSpPr>
          <p:cNvPr name="Group 2" id="2"/>
          <p:cNvGrpSpPr/>
          <p:nvPr/>
        </p:nvGrpSpPr>
        <p:grpSpPr>
          <a:xfrm rot="0">
            <a:off x="-2597421" y="-1591581"/>
            <a:ext cx="7252243" cy="7252243"/>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1C1C"/>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3150117" y="1629775"/>
            <a:ext cx="11987765" cy="8061772"/>
          </a:xfrm>
          <a:custGeom>
            <a:avLst/>
            <a:gdLst/>
            <a:ahLst/>
            <a:cxnLst/>
            <a:rect r="r" b="b" t="t" l="l"/>
            <a:pathLst>
              <a:path h="8061772" w="11987765">
                <a:moveTo>
                  <a:pt x="0" y="0"/>
                </a:moveTo>
                <a:lnTo>
                  <a:pt x="11987766" y="0"/>
                </a:lnTo>
                <a:lnTo>
                  <a:pt x="11987766" y="8061773"/>
                </a:lnTo>
                <a:lnTo>
                  <a:pt x="0" y="8061773"/>
                </a:lnTo>
                <a:lnTo>
                  <a:pt x="0" y="0"/>
                </a:lnTo>
                <a:close/>
              </a:path>
            </a:pathLst>
          </a:custGeom>
          <a:blipFill>
            <a:blip r:embed="rId2"/>
            <a:stretch>
              <a:fillRect l="0" t="0" r="0" b="0"/>
            </a:stretch>
          </a:blipFill>
        </p:spPr>
      </p:sp>
      <p:sp>
        <p:nvSpPr>
          <p:cNvPr name="TextBox 6" id="6"/>
          <p:cNvSpPr txBox="true"/>
          <p:nvPr/>
        </p:nvSpPr>
        <p:spPr>
          <a:xfrm rot="0">
            <a:off x="2223482" y="622935"/>
            <a:ext cx="13841036" cy="954405"/>
          </a:xfrm>
          <a:prstGeom prst="rect">
            <a:avLst/>
          </a:prstGeom>
        </p:spPr>
        <p:txBody>
          <a:bodyPr anchor="t" rtlCol="false" tIns="0" lIns="0" bIns="0" rIns="0">
            <a:spAutoFit/>
          </a:bodyPr>
          <a:lstStyle/>
          <a:p>
            <a:pPr algn="ctr">
              <a:lnSpc>
                <a:spcPts val="7200"/>
              </a:lnSpc>
            </a:pPr>
            <a:r>
              <a:rPr lang="en-US" b="true" sz="7200">
                <a:solidFill>
                  <a:srgbClr val="EEEBE8"/>
                </a:solidFill>
                <a:latin typeface="Nourd Bold"/>
                <a:ea typeface="Nourd Bold"/>
                <a:cs typeface="Nourd Bold"/>
                <a:sym typeface="Nourd Bold"/>
              </a:rPr>
              <a:t>Rate-Distortion Curve: ODG</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31313"/>
        </a:solidFill>
      </p:bgPr>
    </p:bg>
    <p:spTree>
      <p:nvGrpSpPr>
        <p:cNvPr id="1" name=""/>
        <p:cNvGrpSpPr/>
        <p:nvPr/>
      </p:nvGrpSpPr>
      <p:grpSpPr>
        <a:xfrm>
          <a:off x="0" y="0"/>
          <a:ext cx="0" cy="0"/>
          <a:chOff x="0" y="0"/>
          <a:chExt cx="0" cy="0"/>
        </a:xfrm>
      </p:grpSpPr>
      <p:grpSp>
        <p:nvGrpSpPr>
          <p:cNvPr name="Group 2" id="2"/>
          <p:cNvGrpSpPr/>
          <p:nvPr/>
        </p:nvGrpSpPr>
        <p:grpSpPr>
          <a:xfrm rot="0">
            <a:off x="3109038" y="3308456"/>
            <a:ext cx="12069924" cy="5727501"/>
            <a:chOff x="0" y="0"/>
            <a:chExt cx="16093232" cy="7636669"/>
          </a:xfrm>
        </p:grpSpPr>
        <p:sp>
          <p:nvSpPr>
            <p:cNvPr name="Freeform 3" id="3"/>
            <p:cNvSpPr/>
            <p:nvPr/>
          </p:nvSpPr>
          <p:spPr>
            <a:xfrm flipH="false" flipV="false" rot="0">
              <a:off x="0" y="0"/>
              <a:ext cx="7636669" cy="7636669"/>
            </a:xfrm>
            <a:custGeom>
              <a:avLst/>
              <a:gdLst/>
              <a:ahLst/>
              <a:cxnLst/>
              <a:rect r="r" b="b" t="t" l="l"/>
              <a:pathLst>
                <a:path h="7636669" w="7636669">
                  <a:moveTo>
                    <a:pt x="0" y="0"/>
                  </a:moveTo>
                  <a:lnTo>
                    <a:pt x="7636669" y="0"/>
                  </a:lnTo>
                  <a:lnTo>
                    <a:pt x="7636669" y="7636669"/>
                  </a:lnTo>
                  <a:lnTo>
                    <a:pt x="0" y="7636669"/>
                  </a:lnTo>
                  <a:lnTo>
                    <a:pt x="0" y="0"/>
                  </a:lnTo>
                  <a:close/>
                </a:path>
              </a:pathLst>
            </a:custGeom>
            <a:blipFill>
              <a:blip r:embed="rId2"/>
              <a:stretch>
                <a:fillRect l="0" t="0" r="0" b="0"/>
              </a:stretch>
            </a:blipFill>
          </p:spPr>
        </p:sp>
      </p:grpSp>
      <p:sp>
        <p:nvSpPr>
          <p:cNvPr name="TextBox 4" id="4"/>
          <p:cNvSpPr txBox="true"/>
          <p:nvPr/>
        </p:nvSpPr>
        <p:spPr>
          <a:xfrm rot="0">
            <a:off x="2761952" y="1171575"/>
            <a:ext cx="12764095" cy="954405"/>
          </a:xfrm>
          <a:prstGeom prst="rect">
            <a:avLst/>
          </a:prstGeom>
        </p:spPr>
        <p:txBody>
          <a:bodyPr anchor="t" rtlCol="false" tIns="0" lIns="0" bIns="0" rIns="0">
            <a:spAutoFit/>
          </a:bodyPr>
          <a:lstStyle/>
          <a:p>
            <a:pPr algn="ctr">
              <a:lnSpc>
                <a:spcPts val="7200"/>
              </a:lnSpc>
              <a:spcBef>
                <a:spcPct val="0"/>
              </a:spcBef>
            </a:pPr>
            <a:r>
              <a:rPr lang="en-US" b="true" sz="7200">
                <a:solidFill>
                  <a:srgbClr val="FFFFFF"/>
                </a:solidFill>
                <a:latin typeface="Nourd Bold"/>
                <a:ea typeface="Nourd Bold"/>
                <a:cs typeface="Nourd Bold"/>
                <a:sym typeface="Nourd Bold"/>
              </a:rPr>
              <a:t>Compress your own audio!</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131313"/>
        </a:solidFill>
      </p:bgPr>
    </p:bg>
    <p:spTree>
      <p:nvGrpSpPr>
        <p:cNvPr id="1" name=""/>
        <p:cNvGrpSpPr/>
        <p:nvPr/>
      </p:nvGrpSpPr>
      <p:grpSpPr>
        <a:xfrm>
          <a:off x="0" y="0"/>
          <a:ext cx="0" cy="0"/>
          <a:chOff x="0" y="0"/>
          <a:chExt cx="0" cy="0"/>
        </a:xfrm>
      </p:grpSpPr>
      <p:sp>
        <p:nvSpPr>
          <p:cNvPr name="TextBox 2" id="2"/>
          <p:cNvSpPr txBox="true"/>
          <p:nvPr/>
        </p:nvSpPr>
        <p:spPr>
          <a:xfrm rot="0">
            <a:off x="3952458" y="4737735"/>
            <a:ext cx="10383084" cy="954405"/>
          </a:xfrm>
          <a:prstGeom prst="rect">
            <a:avLst/>
          </a:prstGeom>
        </p:spPr>
        <p:txBody>
          <a:bodyPr anchor="t" rtlCol="false" tIns="0" lIns="0" bIns="0" rIns="0">
            <a:spAutoFit/>
          </a:bodyPr>
          <a:lstStyle/>
          <a:p>
            <a:pPr algn="ctr">
              <a:lnSpc>
                <a:spcPts val="7200"/>
              </a:lnSpc>
              <a:spcBef>
                <a:spcPct val="0"/>
              </a:spcBef>
            </a:pPr>
            <a:r>
              <a:rPr lang="en-US" b="true" sz="7200">
                <a:solidFill>
                  <a:srgbClr val="FFFFFF"/>
                </a:solidFill>
                <a:latin typeface="Nourd Bold"/>
                <a:ea typeface="Nourd Bold"/>
                <a:cs typeface="Nourd Bold"/>
                <a:sym typeface="Nourd Bold"/>
              </a:rPr>
              <a:t>Finish Jack’s Part here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31313"/>
        </a:solidFill>
      </p:bgPr>
    </p:bg>
    <p:spTree>
      <p:nvGrpSpPr>
        <p:cNvPr id="1" name=""/>
        <p:cNvGrpSpPr/>
        <p:nvPr/>
      </p:nvGrpSpPr>
      <p:grpSpPr>
        <a:xfrm>
          <a:off x="0" y="0"/>
          <a:ext cx="0" cy="0"/>
          <a:chOff x="0" y="0"/>
          <a:chExt cx="0" cy="0"/>
        </a:xfrm>
      </p:grpSpPr>
      <p:grpSp>
        <p:nvGrpSpPr>
          <p:cNvPr name="Group 2" id="2"/>
          <p:cNvGrpSpPr/>
          <p:nvPr/>
        </p:nvGrpSpPr>
        <p:grpSpPr>
          <a:xfrm rot="0">
            <a:off x="-2597421" y="-1591581"/>
            <a:ext cx="7252243" cy="7252243"/>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1C1C"/>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028700" y="1028700"/>
            <a:ext cx="7361736" cy="8229600"/>
            <a:chOff x="0" y="0"/>
            <a:chExt cx="9815648" cy="10972800"/>
          </a:xfrm>
        </p:grpSpPr>
        <p:pic>
          <p:nvPicPr>
            <p:cNvPr name="Picture 6" id="6"/>
            <p:cNvPicPr>
              <a:picLocks noChangeAspect="true"/>
            </p:cNvPicPr>
            <p:nvPr/>
          </p:nvPicPr>
          <p:blipFill>
            <a:blip r:embed="rId2"/>
            <a:srcRect l="30360" t="0" r="30360" b="0"/>
            <a:stretch>
              <a:fillRect/>
            </a:stretch>
          </p:blipFill>
          <p:spPr>
            <a:xfrm flipH="false" flipV="false">
              <a:off x="0" y="0"/>
              <a:ext cx="6459099" cy="10972800"/>
            </a:xfrm>
            <a:prstGeom prst="rect">
              <a:avLst/>
            </a:prstGeom>
          </p:spPr>
        </p:pic>
        <p:sp>
          <p:nvSpPr>
            <p:cNvPr name="AutoShape 7" id="7"/>
            <p:cNvSpPr/>
            <p:nvPr/>
          </p:nvSpPr>
          <p:spPr>
            <a:xfrm>
              <a:off x="6586099" y="0"/>
              <a:ext cx="3229549" cy="7230533"/>
            </a:xfrm>
            <a:prstGeom prst="rect">
              <a:avLst/>
            </a:prstGeom>
            <a:solidFill>
              <a:srgbClr val="EEEBE8"/>
            </a:solidFill>
          </p:spPr>
        </p:sp>
        <p:pic>
          <p:nvPicPr>
            <p:cNvPr name="Picture 8" id="8"/>
            <p:cNvPicPr>
              <a:picLocks noChangeAspect="true"/>
            </p:cNvPicPr>
            <p:nvPr/>
          </p:nvPicPr>
          <p:blipFill>
            <a:blip r:embed="rId3"/>
            <a:srcRect l="9568" t="39667" r="62884" b="14119"/>
            <a:stretch>
              <a:fillRect/>
            </a:stretch>
          </p:blipFill>
          <p:spPr>
            <a:xfrm flipH="false" flipV="false">
              <a:off x="6586099" y="7357533"/>
              <a:ext cx="3229549" cy="3615267"/>
            </a:xfrm>
            <a:prstGeom prst="rect">
              <a:avLst/>
            </a:prstGeom>
          </p:spPr>
        </p:pic>
      </p:grpSp>
      <p:sp>
        <p:nvSpPr>
          <p:cNvPr name="AutoShape 9" id="9"/>
          <p:cNvSpPr/>
          <p:nvPr/>
        </p:nvSpPr>
        <p:spPr>
          <a:xfrm>
            <a:off x="9144000" y="7425690"/>
            <a:ext cx="8115300" cy="0"/>
          </a:xfrm>
          <a:prstGeom prst="line">
            <a:avLst/>
          </a:prstGeom>
          <a:ln cap="flat" w="38100">
            <a:solidFill>
              <a:srgbClr val="FFFFFF"/>
            </a:solidFill>
            <a:prstDash val="solid"/>
            <a:headEnd type="none" len="sm" w="sm"/>
            <a:tailEnd type="none" len="sm" w="sm"/>
          </a:ln>
        </p:spPr>
      </p:sp>
      <p:sp>
        <p:nvSpPr>
          <p:cNvPr name="TextBox 10" id="10"/>
          <p:cNvSpPr txBox="true"/>
          <p:nvPr/>
        </p:nvSpPr>
        <p:spPr>
          <a:xfrm rot="0">
            <a:off x="9144000" y="1171575"/>
            <a:ext cx="8115300" cy="2743835"/>
          </a:xfrm>
          <a:prstGeom prst="rect">
            <a:avLst/>
          </a:prstGeom>
        </p:spPr>
        <p:txBody>
          <a:bodyPr anchor="t" rtlCol="false" tIns="0" lIns="0" bIns="0" rIns="0">
            <a:spAutoFit/>
          </a:bodyPr>
          <a:lstStyle/>
          <a:p>
            <a:pPr algn="l">
              <a:lnSpc>
                <a:spcPts val="7200"/>
              </a:lnSpc>
            </a:pPr>
            <a:r>
              <a:rPr lang="en-US" sz="7200" b="true">
                <a:solidFill>
                  <a:srgbClr val="EEEBE8"/>
                </a:solidFill>
                <a:latin typeface="Nourd Bold"/>
                <a:ea typeface="Nourd Bold"/>
                <a:cs typeface="Nourd Bold"/>
                <a:sym typeface="Nourd Bold"/>
              </a:rPr>
              <a:t>Subjective Test:</a:t>
            </a:r>
          </a:p>
          <a:p>
            <a:pPr algn="l">
              <a:lnSpc>
                <a:spcPts val="7100"/>
              </a:lnSpc>
            </a:pPr>
            <a:r>
              <a:rPr lang="en-US" sz="7100" b="true">
                <a:solidFill>
                  <a:srgbClr val="EEEBE8"/>
                </a:solidFill>
                <a:latin typeface="Nourd Bold"/>
                <a:ea typeface="Nourd Bold"/>
                <a:cs typeface="Nourd Bold"/>
                <a:sym typeface="Nourd Bold"/>
              </a:rPr>
              <a:t>ABX Methodology</a:t>
            </a:r>
          </a:p>
        </p:txBody>
      </p:sp>
      <p:sp>
        <p:nvSpPr>
          <p:cNvPr name="TextBox 11" id="11"/>
          <p:cNvSpPr txBox="true"/>
          <p:nvPr/>
        </p:nvSpPr>
        <p:spPr>
          <a:xfrm rot="0">
            <a:off x="9144000" y="7720965"/>
            <a:ext cx="8115300" cy="1537335"/>
          </a:xfrm>
          <a:prstGeom prst="rect">
            <a:avLst/>
          </a:prstGeom>
        </p:spPr>
        <p:txBody>
          <a:bodyPr anchor="t" rtlCol="false" tIns="0" lIns="0" bIns="0" rIns="0">
            <a:spAutoFit/>
          </a:bodyPr>
          <a:lstStyle/>
          <a:p>
            <a:pPr algn="just">
              <a:lnSpc>
                <a:spcPts val="2400"/>
              </a:lnSpc>
            </a:pPr>
            <a:r>
              <a:rPr lang="en-US" sz="2400">
                <a:solidFill>
                  <a:srgbClr val="F4F5F0"/>
                </a:solidFill>
                <a:latin typeface="Nourd"/>
                <a:ea typeface="Nourd"/>
                <a:cs typeface="Nourd"/>
                <a:sym typeface="Nourd"/>
              </a:rPr>
              <a:t>Lorem ipsum dolor sit amet, consectetur adipiscing elit. In ut dolor ornare, dapibus nisi non, sodales arcu. Quisque nunc ligula, tempus eu ullamcorper vitae, pellentesque et est. Etiam ornare sapien in leo tincidunt, sit amet eleifend elit lobortis. </a:t>
            </a:r>
          </a:p>
        </p:txBody>
      </p:sp>
      <p:sp>
        <p:nvSpPr>
          <p:cNvPr name="TextBox 12" id="12"/>
          <p:cNvSpPr txBox="true"/>
          <p:nvPr/>
        </p:nvSpPr>
        <p:spPr>
          <a:xfrm rot="0">
            <a:off x="9144000" y="6800713"/>
            <a:ext cx="8115300" cy="375920"/>
          </a:xfrm>
          <a:prstGeom prst="rect">
            <a:avLst/>
          </a:prstGeom>
        </p:spPr>
        <p:txBody>
          <a:bodyPr anchor="t" rtlCol="false" tIns="0" lIns="0" bIns="0" rIns="0">
            <a:spAutoFit/>
          </a:bodyPr>
          <a:lstStyle/>
          <a:p>
            <a:pPr algn="just">
              <a:lnSpc>
                <a:spcPts val="2799"/>
              </a:lnSpc>
            </a:pPr>
            <a:r>
              <a:rPr lang="en-US" b="true" sz="2799">
                <a:solidFill>
                  <a:srgbClr val="F4F5F0"/>
                </a:solidFill>
                <a:latin typeface="Nourd Bold"/>
                <a:ea typeface="Nourd Bold"/>
                <a:cs typeface="Nourd Bold"/>
                <a:sym typeface="Nourd Bold"/>
              </a:rPr>
              <a:t>N</a:t>
            </a:r>
            <a:r>
              <a:rPr lang="en-US" b="true" sz="2799">
                <a:solidFill>
                  <a:srgbClr val="F4F5F0"/>
                </a:solidFill>
                <a:latin typeface="Nourd Bold"/>
                <a:ea typeface="Nourd Bold"/>
                <a:cs typeface="Nourd Bold"/>
                <a:sym typeface="Nourd Bold"/>
              </a:rPr>
              <a:t>oise distractions break focus.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31313"/>
        </a:solidFill>
      </p:bgPr>
    </p:bg>
    <p:spTree>
      <p:nvGrpSpPr>
        <p:cNvPr id="1" name=""/>
        <p:cNvGrpSpPr/>
        <p:nvPr/>
      </p:nvGrpSpPr>
      <p:grpSpPr>
        <a:xfrm>
          <a:off x="0" y="0"/>
          <a:ext cx="0" cy="0"/>
          <a:chOff x="0" y="0"/>
          <a:chExt cx="0" cy="0"/>
        </a:xfrm>
      </p:grpSpPr>
      <p:grpSp>
        <p:nvGrpSpPr>
          <p:cNvPr name="Group 2" id="2"/>
          <p:cNvGrpSpPr/>
          <p:nvPr/>
        </p:nvGrpSpPr>
        <p:grpSpPr>
          <a:xfrm rot="0">
            <a:off x="-2597421" y="-1591581"/>
            <a:ext cx="7252243" cy="7252243"/>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1C1C"/>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028700" y="1028700"/>
            <a:ext cx="7361736" cy="8229600"/>
            <a:chOff x="0" y="0"/>
            <a:chExt cx="9815648" cy="10972800"/>
          </a:xfrm>
        </p:grpSpPr>
        <p:pic>
          <p:nvPicPr>
            <p:cNvPr name="Picture 6" id="6"/>
            <p:cNvPicPr>
              <a:picLocks noChangeAspect="true"/>
            </p:cNvPicPr>
            <p:nvPr/>
          </p:nvPicPr>
          <p:blipFill>
            <a:blip r:embed="rId2"/>
            <a:srcRect l="30360" t="0" r="30360" b="0"/>
            <a:stretch>
              <a:fillRect/>
            </a:stretch>
          </p:blipFill>
          <p:spPr>
            <a:xfrm flipH="false" flipV="false">
              <a:off x="0" y="0"/>
              <a:ext cx="6459099" cy="10972800"/>
            </a:xfrm>
            <a:prstGeom prst="rect">
              <a:avLst/>
            </a:prstGeom>
          </p:spPr>
        </p:pic>
        <p:sp>
          <p:nvSpPr>
            <p:cNvPr name="AutoShape 7" id="7"/>
            <p:cNvSpPr/>
            <p:nvPr/>
          </p:nvSpPr>
          <p:spPr>
            <a:xfrm>
              <a:off x="6586099" y="0"/>
              <a:ext cx="3229549" cy="7230533"/>
            </a:xfrm>
            <a:prstGeom prst="rect">
              <a:avLst/>
            </a:prstGeom>
            <a:solidFill>
              <a:srgbClr val="EEEBE8"/>
            </a:solidFill>
          </p:spPr>
        </p:sp>
        <p:pic>
          <p:nvPicPr>
            <p:cNvPr name="Picture 8" id="8"/>
            <p:cNvPicPr>
              <a:picLocks noChangeAspect="true"/>
            </p:cNvPicPr>
            <p:nvPr/>
          </p:nvPicPr>
          <p:blipFill>
            <a:blip r:embed="rId3"/>
            <a:srcRect l="9568" t="39667" r="62884" b="14119"/>
            <a:stretch>
              <a:fillRect/>
            </a:stretch>
          </p:blipFill>
          <p:spPr>
            <a:xfrm flipH="false" flipV="false">
              <a:off x="6586099" y="7357533"/>
              <a:ext cx="3229549" cy="3615267"/>
            </a:xfrm>
            <a:prstGeom prst="rect">
              <a:avLst/>
            </a:prstGeom>
          </p:spPr>
        </p:pic>
      </p:grpSp>
      <p:sp>
        <p:nvSpPr>
          <p:cNvPr name="AutoShape 9" id="9"/>
          <p:cNvSpPr/>
          <p:nvPr/>
        </p:nvSpPr>
        <p:spPr>
          <a:xfrm>
            <a:off x="9144000" y="7425690"/>
            <a:ext cx="8115300" cy="0"/>
          </a:xfrm>
          <a:prstGeom prst="line">
            <a:avLst/>
          </a:prstGeom>
          <a:ln cap="flat" w="38100">
            <a:solidFill>
              <a:srgbClr val="FFFFFF"/>
            </a:solidFill>
            <a:prstDash val="solid"/>
            <a:headEnd type="none" len="sm" w="sm"/>
            <a:tailEnd type="none" len="sm" w="sm"/>
          </a:ln>
        </p:spPr>
      </p:sp>
      <p:sp>
        <p:nvSpPr>
          <p:cNvPr name="TextBox 10" id="10"/>
          <p:cNvSpPr txBox="true"/>
          <p:nvPr/>
        </p:nvSpPr>
        <p:spPr>
          <a:xfrm rot="0">
            <a:off x="9144000" y="1171575"/>
            <a:ext cx="8115300" cy="2743835"/>
          </a:xfrm>
          <a:prstGeom prst="rect">
            <a:avLst/>
          </a:prstGeom>
        </p:spPr>
        <p:txBody>
          <a:bodyPr anchor="t" rtlCol="false" tIns="0" lIns="0" bIns="0" rIns="0">
            <a:spAutoFit/>
          </a:bodyPr>
          <a:lstStyle/>
          <a:p>
            <a:pPr algn="l">
              <a:lnSpc>
                <a:spcPts val="7200"/>
              </a:lnSpc>
            </a:pPr>
            <a:r>
              <a:rPr lang="en-US" sz="7200" b="true">
                <a:solidFill>
                  <a:srgbClr val="EEEBE8"/>
                </a:solidFill>
                <a:latin typeface="Nourd Bold"/>
                <a:ea typeface="Nourd Bold"/>
                <a:cs typeface="Nourd Bold"/>
                <a:sym typeface="Nourd Bold"/>
              </a:rPr>
              <a:t>Subjective Test:</a:t>
            </a:r>
          </a:p>
          <a:p>
            <a:pPr algn="l">
              <a:lnSpc>
                <a:spcPts val="7100"/>
              </a:lnSpc>
            </a:pPr>
            <a:r>
              <a:rPr lang="en-US" sz="7100" b="true">
                <a:solidFill>
                  <a:srgbClr val="EEEBE8"/>
                </a:solidFill>
                <a:latin typeface="Nourd Bold"/>
                <a:ea typeface="Nourd Bold"/>
                <a:cs typeface="Nourd Bold"/>
                <a:sym typeface="Nourd Bold"/>
              </a:rPr>
              <a:t>ABX Methodology</a:t>
            </a:r>
          </a:p>
        </p:txBody>
      </p:sp>
      <p:sp>
        <p:nvSpPr>
          <p:cNvPr name="TextBox 11" id="11"/>
          <p:cNvSpPr txBox="true"/>
          <p:nvPr/>
        </p:nvSpPr>
        <p:spPr>
          <a:xfrm rot="0">
            <a:off x="9144000" y="7720965"/>
            <a:ext cx="8115300" cy="1537335"/>
          </a:xfrm>
          <a:prstGeom prst="rect">
            <a:avLst/>
          </a:prstGeom>
        </p:spPr>
        <p:txBody>
          <a:bodyPr anchor="t" rtlCol="false" tIns="0" lIns="0" bIns="0" rIns="0">
            <a:spAutoFit/>
          </a:bodyPr>
          <a:lstStyle/>
          <a:p>
            <a:pPr algn="just">
              <a:lnSpc>
                <a:spcPts val="2400"/>
              </a:lnSpc>
            </a:pPr>
            <a:r>
              <a:rPr lang="en-US" sz="2400">
                <a:solidFill>
                  <a:srgbClr val="F4F5F0"/>
                </a:solidFill>
                <a:latin typeface="Nourd"/>
                <a:ea typeface="Nourd"/>
                <a:cs typeface="Nourd"/>
                <a:sym typeface="Nourd"/>
              </a:rPr>
              <a:t>Lorem ipsum dolor sit amet, consectetur adipiscing elit. In ut dolor ornare, dapibus nisi non, sodales arcu. Quisque nunc ligula, tempus eu ullamcorper vitae, pellentesque et est. Etiam ornare sapien in leo tincidunt, sit amet eleifend elit lobortis. </a:t>
            </a:r>
          </a:p>
        </p:txBody>
      </p:sp>
      <p:sp>
        <p:nvSpPr>
          <p:cNvPr name="TextBox 12" id="12"/>
          <p:cNvSpPr txBox="true"/>
          <p:nvPr/>
        </p:nvSpPr>
        <p:spPr>
          <a:xfrm rot="0">
            <a:off x="9144000" y="6800713"/>
            <a:ext cx="8115300" cy="375920"/>
          </a:xfrm>
          <a:prstGeom prst="rect">
            <a:avLst/>
          </a:prstGeom>
        </p:spPr>
        <p:txBody>
          <a:bodyPr anchor="t" rtlCol="false" tIns="0" lIns="0" bIns="0" rIns="0">
            <a:spAutoFit/>
          </a:bodyPr>
          <a:lstStyle/>
          <a:p>
            <a:pPr algn="just">
              <a:lnSpc>
                <a:spcPts val="2799"/>
              </a:lnSpc>
            </a:pPr>
            <a:r>
              <a:rPr lang="en-US" b="true" sz="2799">
                <a:solidFill>
                  <a:srgbClr val="F4F5F0"/>
                </a:solidFill>
                <a:latin typeface="Nourd Bold"/>
                <a:ea typeface="Nourd Bold"/>
                <a:cs typeface="Nourd Bold"/>
                <a:sym typeface="Nourd Bold"/>
              </a:rPr>
              <a:t>N</a:t>
            </a:r>
            <a:r>
              <a:rPr lang="en-US" b="true" sz="2799">
                <a:solidFill>
                  <a:srgbClr val="F4F5F0"/>
                </a:solidFill>
                <a:latin typeface="Nourd Bold"/>
                <a:ea typeface="Nourd Bold"/>
                <a:cs typeface="Nourd Bold"/>
                <a:sym typeface="Nourd Bold"/>
              </a:rPr>
              <a:t>oise distractions break focus.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31313"/>
        </a:solidFill>
      </p:bgPr>
    </p:bg>
    <p:spTree>
      <p:nvGrpSpPr>
        <p:cNvPr id="1" name=""/>
        <p:cNvGrpSpPr/>
        <p:nvPr/>
      </p:nvGrpSpPr>
      <p:grpSpPr>
        <a:xfrm>
          <a:off x="0" y="0"/>
          <a:ext cx="0" cy="0"/>
          <a:chOff x="0" y="0"/>
          <a:chExt cx="0" cy="0"/>
        </a:xfrm>
      </p:grpSpPr>
      <p:grpSp>
        <p:nvGrpSpPr>
          <p:cNvPr name="Group 2" id="2"/>
          <p:cNvGrpSpPr/>
          <p:nvPr/>
        </p:nvGrpSpPr>
        <p:grpSpPr>
          <a:xfrm rot="0">
            <a:off x="-2597421" y="-1591581"/>
            <a:ext cx="7252243" cy="7252243"/>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1C1C"/>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028700" y="1028700"/>
            <a:ext cx="7361736" cy="8229600"/>
            <a:chOff x="0" y="0"/>
            <a:chExt cx="9815648" cy="10972800"/>
          </a:xfrm>
        </p:grpSpPr>
        <p:pic>
          <p:nvPicPr>
            <p:cNvPr name="Picture 6" id="6"/>
            <p:cNvPicPr>
              <a:picLocks noChangeAspect="true"/>
            </p:cNvPicPr>
            <p:nvPr/>
          </p:nvPicPr>
          <p:blipFill>
            <a:blip r:embed="rId2"/>
            <a:srcRect l="30360" t="0" r="30360" b="0"/>
            <a:stretch>
              <a:fillRect/>
            </a:stretch>
          </p:blipFill>
          <p:spPr>
            <a:xfrm flipH="false" flipV="false">
              <a:off x="0" y="0"/>
              <a:ext cx="6459099" cy="10972800"/>
            </a:xfrm>
            <a:prstGeom prst="rect">
              <a:avLst/>
            </a:prstGeom>
          </p:spPr>
        </p:pic>
        <p:sp>
          <p:nvSpPr>
            <p:cNvPr name="AutoShape 7" id="7"/>
            <p:cNvSpPr/>
            <p:nvPr/>
          </p:nvSpPr>
          <p:spPr>
            <a:xfrm>
              <a:off x="6586099" y="0"/>
              <a:ext cx="3229549" cy="7230533"/>
            </a:xfrm>
            <a:prstGeom prst="rect">
              <a:avLst/>
            </a:prstGeom>
            <a:solidFill>
              <a:srgbClr val="EEEBE8"/>
            </a:solidFill>
          </p:spPr>
        </p:sp>
        <p:pic>
          <p:nvPicPr>
            <p:cNvPr name="Picture 8" id="8"/>
            <p:cNvPicPr>
              <a:picLocks noChangeAspect="true"/>
            </p:cNvPicPr>
            <p:nvPr/>
          </p:nvPicPr>
          <p:blipFill>
            <a:blip r:embed="rId3"/>
            <a:srcRect l="9568" t="39667" r="62884" b="14119"/>
            <a:stretch>
              <a:fillRect/>
            </a:stretch>
          </p:blipFill>
          <p:spPr>
            <a:xfrm flipH="false" flipV="false">
              <a:off x="6586099" y="7357533"/>
              <a:ext cx="3229549" cy="3615267"/>
            </a:xfrm>
            <a:prstGeom prst="rect">
              <a:avLst/>
            </a:prstGeom>
          </p:spPr>
        </p:pic>
      </p:grpSp>
      <p:sp>
        <p:nvSpPr>
          <p:cNvPr name="AutoShape 9" id="9"/>
          <p:cNvSpPr/>
          <p:nvPr/>
        </p:nvSpPr>
        <p:spPr>
          <a:xfrm>
            <a:off x="9144000" y="7425690"/>
            <a:ext cx="8115300" cy="0"/>
          </a:xfrm>
          <a:prstGeom prst="line">
            <a:avLst/>
          </a:prstGeom>
          <a:ln cap="flat" w="38100">
            <a:solidFill>
              <a:srgbClr val="FFFFFF"/>
            </a:solidFill>
            <a:prstDash val="solid"/>
            <a:headEnd type="none" len="sm" w="sm"/>
            <a:tailEnd type="none" len="sm" w="sm"/>
          </a:ln>
        </p:spPr>
      </p:sp>
      <p:sp>
        <p:nvSpPr>
          <p:cNvPr name="TextBox 10" id="10"/>
          <p:cNvSpPr txBox="true"/>
          <p:nvPr/>
        </p:nvSpPr>
        <p:spPr>
          <a:xfrm rot="0">
            <a:off x="9144000" y="1171575"/>
            <a:ext cx="8115300" cy="2743835"/>
          </a:xfrm>
          <a:prstGeom prst="rect">
            <a:avLst/>
          </a:prstGeom>
        </p:spPr>
        <p:txBody>
          <a:bodyPr anchor="t" rtlCol="false" tIns="0" lIns="0" bIns="0" rIns="0">
            <a:spAutoFit/>
          </a:bodyPr>
          <a:lstStyle/>
          <a:p>
            <a:pPr algn="l">
              <a:lnSpc>
                <a:spcPts val="7200"/>
              </a:lnSpc>
            </a:pPr>
            <a:r>
              <a:rPr lang="en-US" sz="7200" b="true">
                <a:solidFill>
                  <a:srgbClr val="EEEBE8"/>
                </a:solidFill>
                <a:latin typeface="Nourd Bold"/>
                <a:ea typeface="Nourd Bold"/>
                <a:cs typeface="Nourd Bold"/>
                <a:sym typeface="Nourd Bold"/>
              </a:rPr>
              <a:t>Subjective Test:</a:t>
            </a:r>
          </a:p>
          <a:p>
            <a:pPr algn="l">
              <a:lnSpc>
                <a:spcPts val="7100"/>
              </a:lnSpc>
            </a:pPr>
            <a:r>
              <a:rPr lang="en-US" sz="7100" b="true">
                <a:solidFill>
                  <a:srgbClr val="EEEBE8"/>
                </a:solidFill>
                <a:latin typeface="Nourd Bold"/>
                <a:ea typeface="Nourd Bold"/>
                <a:cs typeface="Nourd Bold"/>
                <a:sym typeface="Nourd Bold"/>
              </a:rPr>
              <a:t>ABX Methodology</a:t>
            </a:r>
          </a:p>
        </p:txBody>
      </p:sp>
      <p:sp>
        <p:nvSpPr>
          <p:cNvPr name="TextBox 11" id="11"/>
          <p:cNvSpPr txBox="true"/>
          <p:nvPr/>
        </p:nvSpPr>
        <p:spPr>
          <a:xfrm rot="0">
            <a:off x="9144000" y="7720965"/>
            <a:ext cx="8115300" cy="1537335"/>
          </a:xfrm>
          <a:prstGeom prst="rect">
            <a:avLst/>
          </a:prstGeom>
        </p:spPr>
        <p:txBody>
          <a:bodyPr anchor="t" rtlCol="false" tIns="0" lIns="0" bIns="0" rIns="0">
            <a:spAutoFit/>
          </a:bodyPr>
          <a:lstStyle/>
          <a:p>
            <a:pPr algn="just">
              <a:lnSpc>
                <a:spcPts val="2400"/>
              </a:lnSpc>
            </a:pPr>
            <a:r>
              <a:rPr lang="en-US" sz="2400">
                <a:solidFill>
                  <a:srgbClr val="F4F5F0"/>
                </a:solidFill>
                <a:latin typeface="Nourd"/>
                <a:ea typeface="Nourd"/>
                <a:cs typeface="Nourd"/>
                <a:sym typeface="Nourd"/>
              </a:rPr>
              <a:t>Lorem ipsum dolor sit amet, consectetur adipiscing elit. In ut dolor ornare, dapibus nisi non, sodales arcu. Quisque nunc ligula, tempus eu ullamcorper vitae, pellentesque et est. Etiam ornare sapien in leo tincidunt, sit amet eleifend elit lobortis. </a:t>
            </a:r>
          </a:p>
        </p:txBody>
      </p:sp>
      <p:sp>
        <p:nvSpPr>
          <p:cNvPr name="TextBox 12" id="12"/>
          <p:cNvSpPr txBox="true"/>
          <p:nvPr/>
        </p:nvSpPr>
        <p:spPr>
          <a:xfrm rot="0">
            <a:off x="9144000" y="6800713"/>
            <a:ext cx="8115300" cy="375920"/>
          </a:xfrm>
          <a:prstGeom prst="rect">
            <a:avLst/>
          </a:prstGeom>
        </p:spPr>
        <p:txBody>
          <a:bodyPr anchor="t" rtlCol="false" tIns="0" lIns="0" bIns="0" rIns="0">
            <a:spAutoFit/>
          </a:bodyPr>
          <a:lstStyle/>
          <a:p>
            <a:pPr algn="just">
              <a:lnSpc>
                <a:spcPts val="2799"/>
              </a:lnSpc>
            </a:pPr>
            <a:r>
              <a:rPr lang="en-US" b="true" sz="2799">
                <a:solidFill>
                  <a:srgbClr val="F4F5F0"/>
                </a:solidFill>
                <a:latin typeface="Nourd Bold"/>
                <a:ea typeface="Nourd Bold"/>
                <a:cs typeface="Nourd Bold"/>
                <a:sym typeface="Nourd Bold"/>
              </a:rPr>
              <a:t>N</a:t>
            </a:r>
            <a:r>
              <a:rPr lang="en-US" b="true" sz="2799">
                <a:solidFill>
                  <a:srgbClr val="F4F5F0"/>
                </a:solidFill>
                <a:latin typeface="Nourd Bold"/>
                <a:ea typeface="Nourd Bold"/>
                <a:cs typeface="Nourd Bold"/>
                <a:sym typeface="Nourd Bold"/>
              </a:rPr>
              <a:t>oise distractions break focus.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EEBE8"/>
        </a:solidFill>
      </p:bgPr>
    </p:bg>
    <p:spTree>
      <p:nvGrpSpPr>
        <p:cNvPr id="1" name=""/>
        <p:cNvGrpSpPr/>
        <p:nvPr/>
      </p:nvGrpSpPr>
      <p:grpSpPr>
        <a:xfrm>
          <a:off x="0" y="0"/>
          <a:ext cx="0" cy="0"/>
          <a:chOff x="0" y="0"/>
          <a:chExt cx="0" cy="0"/>
        </a:xfrm>
      </p:grpSpPr>
      <p:grpSp>
        <p:nvGrpSpPr>
          <p:cNvPr name="Group 2" id="2"/>
          <p:cNvGrpSpPr/>
          <p:nvPr/>
        </p:nvGrpSpPr>
        <p:grpSpPr>
          <a:xfrm rot="0">
            <a:off x="10374961" y="-3582855"/>
            <a:ext cx="17452710" cy="1745271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8941304" y="2002790"/>
            <a:ext cx="3236402" cy="1946136"/>
            <a:chOff x="0" y="0"/>
            <a:chExt cx="4315203" cy="2594848"/>
          </a:xfrm>
        </p:grpSpPr>
        <p:pic>
          <p:nvPicPr>
            <p:cNvPr name="Picture 6" id="6"/>
            <p:cNvPicPr>
              <a:picLocks noChangeAspect="true"/>
            </p:cNvPicPr>
            <p:nvPr/>
          </p:nvPicPr>
          <p:blipFill>
            <a:blip r:embed="rId2"/>
            <a:srcRect l="0" t="4941" r="0" b="4941"/>
            <a:stretch>
              <a:fillRect/>
            </a:stretch>
          </p:blipFill>
          <p:spPr>
            <a:xfrm flipH="false" flipV="false">
              <a:off x="0" y="0"/>
              <a:ext cx="4315203" cy="2594848"/>
            </a:xfrm>
            <a:prstGeom prst="rect">
              <a:avLst/>
            </a:prstGeom>
          </p:spPr>
        </p:pic>
      </p:grpSp>
      <p:grpSp>
        <p:nvGrpSpPr>
          <p:cNvPr name="Group 7" id="7"/>
          <p:cNvGrpSpPr/>
          <p:nvPr/>
        </p:nvGrpSpPr>
        <p:grpSpPr>
          <a:xfrm rot="0">
            <a:off x="8941304" y="4171454"/>
            <a:ext cx="3236402" cy="1946136"/>
            <a:chOff x="0" y="0"/>
            <a:chExt cx="4315203" cy="2594848"/>
          </a:xfrm>
        </p:grpSpPr>
        <p:pic>
          <p:nvPicPr>
            <p:cNvPr name="Picture 8" id="8"/>
            <p:cNvPicPr>
              <a:picLocks noChangeAspect="true"/>
            </p:cNvPicPr>
            <p:nvPr/>
          </p:nvPicPr>
          <p:blipFill>
            <a:blip r:embed="rId3"/>
            <a:srcRect l="0" t="0" r="0" b="9882"/>
            <a:stretch>
              <a:fillRect/>
            </a:stretch>
          </p:blipFill>
          <p:spPr>
            <a:xfrm flipH="false" flipV="false">
              <a:off x="0" y="0"/>
              <a:ext cx="4315203" cy="2594848"/>
            </a:xfrm>
            <a:prstGeom prst="rect">
              <a:avLst/>
            </a:prstGeom>
          </p:spPr>
        </p:pic>
      </p:grpSp>
      <p:grpSp>
        <p:nvGrpSpPr>
          <p:cNvPr name="Group 9" id="9"/>
          <p:cNvGrpSpPr/>
          <p:nvPr/>
        </p:nvGrpSpPr>
        <p:grpSpPr>
          <a:xfrm rot="0">
            <a:off x="8941304" y="6336665"/>
            <a:ext cx="3236402" cy="1946136"/>
            <a:chOff x="0" y="0"/>
            <a:chExt cx="4315203" cy="2594848"/>
          </a:xfrm>
        </p:grpSpPr>
        <p:pic>
          <p:nvPicPr>
            <p:cNvPr name="Picture 10" id="10"/>
            <p:cNvPicPr>
              <a:picLocks noChangeAspect="true"/>
            </p:cNvPicPr>
            <p:nvPr/>
          </p:nvPicPr>
          <p:blipFill>
            <a:blip r:embed="rId4"/>
            <a:srcRect l="0" t="4941" r="0" b="4941"/>
            <a:stretch>
              <a:fillRect/>
            </a:stretch>
          </p:blipFill>
          <p:spPr>
            <a:xfrm flipH="false" flipV="false">
              <a:off x="0" y="0"/>
              <a:ext cx="4315203" cy="2594848"/>
            </a:xfrm>
            <a:prstGeom prst="rect">
              <a:avLst/>
            </a:prstGeom>
          </p:spPr>
        </p:pic>
      </p:grpSp>
      <p:sp>
        <p:nvSpPr>
          <p:cNvPr name="TextBox 11" id="11"/>
          <p:cNvSpPr txBox="true"/>
          <p:nvPr/>
        </p:nvSpPr>
        <p:spPr>
          <a:xfrm rot="0">
            <a:off x="1028700" y="3366135"/>
            <a:ext cx="5515156" cy="3697605"/>
          </a:xfrm>
          <a:prstGeom prst="rect">
            <a:avLst/>
          </a:prstGeom>
        </p:spPr>
        <p:txBody>
          <a:bodyPr anchor="t" rtlCol="false" tIns="0" lIns="0" bIns="0" rIns="0">
            <a:spAutoFit/>
          </a:bodyPr>
          <a:lstStyle/>
          <a:p>
            <a:pPr algn="l">
              <a:lnSpc>
                <a:spcPts val="7200"/>
              </a:lnSpc>
            </a:pPr>
            <a:r>
              <a:rPr lang="en-US" sz="7200" b="true">
                <a:solidFill>
                  <a:srgbClr val="131313"/>
                </a:solidFill>
                <a:latin typeface="Nourd Bold"/>
                <a:ea typeface="Nourd Bold"/>
                <a:cs typeface="Nourd Bold"/>
                <a:sym typeface="Nourd Bold"/>
              </a:rPr>
              <a:t>Pe</a:t>
            </a:r>
            <a:r>
              <a:rPr lang="en-US" b="true" sz="7200">
                <a:solidFill>
                  <a:srgbClr val="131313"/>
                </a:solidFill>
                <a:latin typeface="Nourd Bold"/>
                <a:ea typeface="Nourd Bold"/>
                <a:cs typeface="Nourd Bold"/>
                <a:sym typeface="Nourd Bold"/>
              </a:rPr>
              <a:t>ople want better audio.</a:t>
            </a:r>
          </a:p>
        </p:txBody>
      </p:sp>
      <p:sp>
        <p:nvSpPr>
          <p:cNvPr name="TextBox 12" id="12"/>
          <p:cNvSpPr txBox="true"/>
          <p:nvPr/>
        </p:nvSpPr>
        <p:spPr>
          <a:xfrm rot="0">
            <a:off x="12661323" y="2635498"/>
            <a:ext cx="4597977" cy="728345"/>
          </a:xfrm>
          <a:prstGeom prst="rect">
            <a:avLst/>
          </a:prstGeom>
        </p:spPr>
        <p:txBody>
          <a:bodyPr anchor="t" rtlCol="false" tIns="0" lIns="0" bIns="0" rIns="0">
            <a:spAutoFit/>
          </a:bodyPr>
          <a:lstStyle/>
          <a:p>
            <a:pPr algn="l">
              <a:lnSpc>
                <a:spcPts val="2799"/>
              </a:lnSpc>
            </a:pPr>
            <a:r>
              <a:rPr lang="en-US" sz="2799" b="true">
                <a:solidFill>
                  <a:srgbClr val="131313"/>
                </a:solidFill>
                <a:latin typeface="Nourd Bold"/>
                <a:ea typeface="Nourd Bold"/>
                <a:cs typeface="Nourd Bold"/>
                <a:sym typeface="Nourd Bold"/>
              </a:rPr>
              <a:t>U</a:t>
            </a:r>
            <a:r>
              <a:rPr lang="en-US" b="true" sz="2799">
                <a:solidFill>
                  <a:srgbClr val="131313"/>
                </a:solidFill>
                <a:latin typeface="Nourd Bold"/>
                <a:ea typeface="Nourd Bold"/>
                <a:cs typeface="Nourd Bold"/>
                <a:sym typeface="Nourd Bold"/>
              </a:rPr>
              <a:t>sers expect premium sound anywhere</a:t>
            </a:r>
          </a:p>
        </p:txBody>
      </p:sp>
      <p:sp>
        <p:nvSpPr>
          <p:cNvPr name="TextBox 13" id="13"/>
          <p:cNvSpPr txBox="true"/>
          <p:nvPr/>
        </p:nvSpPr>
        <p:spPr>
          <a:xfrm rot="0">
            <a:off x="12661323" y="4804162"/>
            <a:ext cx="4597977" cy="728345"/>
          </a:xfrm>
          <a:prstGeom prst="rect">
            <a:avLst/>
          </a:prstGeom>
        </p:spPr>
        <p:txBody>
          <a:bodyPr anchor="t" rtlCol="false" tIns="0" lIns="0" bIns="0" rIns="0">
            <a:spAutoFit/>
          </a:bodyPr>
          <a:lstStyle/>
          <a:p>
            <a:pPr algn="l">
              <a:lnSpc>
                <a:spcPts val="2799"/>
              </a:lnSpc>
            </a:pPr>
            <a:r>
              <a:rPr lang="en-US" sz="2799" b="true">
                <a:solidFill>
                  <a:srgbClr val="131313"/>
                </a:solidFill>
                <a:latin typeface="Nourd Bold"/>
                <a:ea typeface="Nourd Bold"/>
                <a:cs typeface="Nourd Bold"/>
                <a:sym typeface="Nourd Bold"/>
              </a:rPr>
              <a:t>C</a:t>
            </a:r>
            <a:r>
              <a:rPr lang="en-US" b="true" sz="2799">
                <a:solidFill>
                  <a:srgbClr val="131313"/>
                </a:solidFill>
                <a:latin typeface="Nourd Bold"/>
                <a:ea typeface="Nourd Bold"/>
                <a:cs typeface="Nourd Bold"/>
                <a:sym typeface="Nourd Bold"/>
              </a:rPr>
              <a:t>omfort and style matter more than ever</a:t>
            </a:r>
          </a:p>
        </p:txBody>
      </p:sp>
      <p:sp>
        <p:nvSpPr>
          <p:cNvPr name="TextBox 14" id="14"/>
          <p:cNvSpPr txBox="true"/>
          <p:nvPr/>
        </p:nvSpPr>
        <p:spPr>
          <a:xfrm rot="0">
            <a:off x="12661323" y="6969373"/>
            <a:ext cx="4597977" cy="728345"/>
          </a:xfrm>
          <a:prstGeom prst="rect">
            <a:avLst/>
          </a:prstGeom>
        </p:spPr>
        <p:txBody>
          <a:bodyPr anchor="t" rtlCol="false" tIns="0" lIns="0" bIns="0" rIns="0">
            <a:spAutoFit/>
          </a:bodyPr>
          <a:lstStyle/>
          <a:p>
            <a:pPr algn="l">
              <a:lnSpc>
                <a:spcPts val="2799"/>
              </a:lnSpc>
            </a:pPr>
            <a:r>
              <a:rPr lang="en-US" sz="2799" b="true">
                <a:solidFill>
                  <a:srgbClr val="131313"/>
                </a:solidFill>
                <a:latin typeface="Nourd Bold"/>
                <a:ea typeface="Nourd Bold"/>
                <a:cs typeface="Nourd Bold"/>
                <a:sym typeface="Nourd Bold"/>
              </a:rPr>
              <a:t>W</a:t>
            </a:r>
            <a:r>
              <a:rPr lang="en-US" b="true" sz="2799">
                <a:solidFill>
                  <a:srgbClr val="131313"/>
                </a:solidFill>
                <a:latin typeface="Nourd Bold"/>
                <a:ea typeface="Nourd Bold"/>
                <a:cs typeface="Nourd Bold"/>
                <a:sym typeface="Nourd Bold"/>
              </a:rPr>
              <a:t>ireless audio is the new standard</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EEEBE8"/>
        </a:solidFill>
      </p:bgPr>
    </p:bg>
    <p:spTree>
      <p:nvGrpSpPr>
        <p:cNvPr id="1" name=""/>
        <p:cNvGrpSpPr/>
        <p:nvPr/>
      </p:nvGrpSpPr>
      <p:grpSpPr>
        <a:xfrm>
          <a:off x="0" y="0"/>
          <a:ext cx="0" cy="0"/>
          <a:chOff x="0" y="0"/>
          <a:chExt cx="0" cy="0"/>
        </a:xfrm>
      </p:grpSpPr>
      <p:sp>
        <p:nvSpPr>
          <p:cNvPr name="TextBox 2" id="2"/>
          <p:cNvSpPr txBox="true"/>
          <p:nvPr/>
        </p:nvSpPr>
        <p:spPr>
          <a:xfrm rot="0">
            <a:off x="1030582" y="1171575"/>
            <a:ext cx="7219083" cy="1868805"/>
          </a:xfrm>
          <a:prstGeom prst="rect">
            <a:avLst/>
          </a:prstGeom>
        </p:spPr>
        <p:txBody>
          <a:bodyPr anchor="t" rtlCol="false" tIns="0" lIns="0" bIns="0" rIns="0">
            <a:spAutoFit/>
          </a:bodyPr>
          <a:lstStyle/>
          <a:p>
            <a:pPr algn="l">
              <a:lnSpc>
                <a:spcPts val="7200"/>
              </a:lnSpc>
            </a:pPr>
            <a:r>
              <a:rPr lang="en-US" sz="7200" b="true">
                <a:solidFill>
                  <a:srgbClr val="131313"/>
                </a:solidFill>
                <a:latin typeface="Nourd Bold"/>
                <a:ea typeface="Nourd Bold"/>
                <a:cs typeface="Nourd Bold"/>
                <a:sym typeface="Nourd Bold"/>
              </a:rPr>
              <a:t>Intr</a:t>
            </a:r>
            <a:r>
              <a:rPr lang="en-US" b="true" sz="7200">
                <a:solidFill>
                  <a:srgbClr val="131313"/>
                </a:solidFill>
                <a:latin typeface="Nourd Bold"/>
                <a:ea typeface="Nourd Bold"/>
                <a:cs typeface="Nourd Bold"/>
                <a:sym typeface="Nourd Bold"/>
              </a:rPr>
              <a:t>oducing the Product.</a:t>
            </a:r>
          </a:p>
        </p:txBody>
      </p:sp>
      <p:sp>
        <p:nvSpPr>
          <p:cNvPr name="TextBox 3" id="3"/>
          <p:cNvSpPr txBox="true"/>
          <p:nvPr/>
        </p:nvSpPr>
        <p:spPr>
          <a:xfrm rot="0">
            <a:off x="8644005" y="1901507"/>
            <a:ext cx="8615295" cy="1232535"/>
          </a:xfrm>
          <a:prstGeom prst="rect">
            <a:avLst/>
          </a:prstGeom>
        </p:spPr>
        <p:txBody>
          <a:bodyPr anchor="t" rtlCol="false" tIns="0" lIns="0" bIns="0" rIns="0">
            <a:spAutoFit/>
          </a:bodyPr>
          <a:lstStyle/>
          <a:p>
            <a:pPr algn="just">
              <a:lnSpc>
                <a:spcPts val="2400"/>
              </a:lnSpc>
            </a:pPr>
            <a:r>
              <a:rPr lang="en-US" sz="2400">
                <a:solidFill>
                  <a:srgbClr val="131313"/>
                </a:solidFill>
                <a:latin typeface="Nourd"/>
                <a:ea typeface="Nourd"/>
                <a:cs typeface="Nourd"/>
                <a:sym typeface="Nourd"/>
              </a:rPr>
              <a:t>Lorem ipsum dolor sit amet, consectetur adipiscing elit. In ut dolor ornare, dapibus nisi non, sodales arcu. Quisque nunc ligula, tempus eu ullamcorper vitae, pellentesque et est. Etiam ornare sapien in leo tincidunt, sit amet eleifend elit lobortis. </a:t>
            </a:r>
          </a:p>
        </p:txBody>
      </p:sp>
      <p:sp>
        <p:nvSpPr>
          <p:cNvPr name="TextBox 4" id="4"/>
          <p:cNvSpPr txBox="true"/>
          <p:nvPr/>
        </p:nvSpPr>
        <p:spPr>
          <a:xfrm rot="0">
            <a:off x="8644005" y="1076325"/>
            <a:ext cx="8615295" cy="375920"/>
          </a:xfrm>
          <a:prstGeom prst="rect">
            <a:avLst/>
          </a:prstGeom>
        </p:spPr>
        <p:txBody>
          <a:bodyPr anchor="t" rtlCol="false" tIns="0" lIns="0" bIns="0" rIns="0">
            <a:spAutoFit/>
          </a:bodyPr>
          <a:lstStyle/>
          <a:p>
            <a:pPr algn="just">
              <a:lnSpc>
                <a:spcPts val="2799"/>
              </a:lnSpc>
            </a:pPr>
            <a:r>
              <a:rPr lang="en-US" b="true" sz="2799">
                <a:solidFill>
                  <a:srgbClr val="131313"/>
                </a:solidFill>
                <a:latin typeface="Nourd Bold"/>
                <a:ea typeface="Nourd Bold"/>
                <a:cs typeface="Nourd Bold"/>
                <a:sym typeface="Nourd Bold"/>
              </a:rPr>
              <a:t>H</a:t>
            </a:r>
            <a:r>
              <a:rPr lang="en-US" b="true" sz="2799">
                <a:solidFill>
                  <a:srgbClr val="131313"/>
                </a:solidFill>
                <a:latin typeface="Nourd Bold"/>
                <a:ea typeface="Nourd Bold"/>
                <a:cs typeface="Nourd Bold"/>
                <a:sym typeface="Nourd Bold"/>
              </a:rPr>
              <a:t>igh-performance headphones.</a:t>
            </a:r>
          </a:p>
        </p:txBody>
      </p:sp>
      <p:sp>
        <p:nvSpPr>
          <p:cNvPr name="AutoShape 5" id="5"/>
          <p:cNvSpPr/>
          <p:nvPr/>
        </p:nvSpPr>
        <p:spPr>
          <a:xfrm>
            <a:off x="8644005" y="1606232"/>
            <a:ext cx="8615295" cy="0"/>
          </a:xfrm>
          <a:prstGeom prst="line">
            <a:avLst/>
          </a:prstGeom>
          <a:ln cap="flat" w="38100">
            <a:solidFill>
              <a:srgbClr val="131313"/>
            </a:solidFill>
            <a:prstDash val="solid"/>
            <a:headEnd type="none" len="sm" w="sm"/>
            <a:tailEnd type="none" len="sm" w="sm"/>
          </a:ln>
        </p:spPr>
      </p:sp>
      <p:grpSp>
        <p:nvGrpSpPr>
          <p:cNvPr name="Group 6" id="6"/>
          <p:cNvGrpSpPr/>
          <p:nvPr/>
        </p:nvGrpSpPr>
        <p:grpSpPr>
          <a:xfrm rot="0">
            <a:off x="1030443" y="5143500"/>
            <a:ext cx="16703545" cy="12329900"/>
            <a:chOff x="0" y="0"/>
            <a:chExt cx="812800" cy="599977"/>
          </a:xfrm>
        </p:grpSpPr>
        <p:sp>
          <p:nvSpPr>
            <p:cNvPr name="Freeform 7" id="7"/>
            <p:cNvSpPr/>
            <p:nvPr/>
          </p:nvSpPr>
          <p:spPr>
            <a:xfrm flipH="false" flipV="false" rot="0">
              <a:off x="0" y="0"/>
              <a:ext cx="812800" cy="599977"/>
            </a:xfrm>
            <a:custGeom>
              <a:avLst/>
              <a:gdLst/>
              <a:ahLst/>
              <a:cxnLst/>
              <a:rect r="r" b="b" t="t" l="l"/>
              <a:pathLst>
                <a:path h="599977" w="812800">
                  <a:moveTo>
                    <a:pt x="406400" y="0"/>
                  </a:moveTo>
                  <a:cubicBezTo>
                    <a:pt x="181951" y="0"/>
                    <a:pt x="0" y="134309"/>
                    <a:pt x="0" y="299988"/>
                  </a:cubicBezTo>
                  <a:cubicBezTo>
                    <a:pt x="0" y="465668"/>
                    <a:pt x="181951" y="599977"/>
                    <a:pt x="406400" y="599977"/>
                  </a:cubicBezTo>
                  <a:cubicBezTo>
                    <a:pt x="630849" y="599977"/>
                    <a:pt x="812800" y="465668"/>
                    <a:pt x="812800" y="299988"/>
                  </a:cubicBezTo>
                  <a:cubicBezTo>
                    <a:pt x="812800" y="134309"/>
                    <a:pt x="630849" y="0"/>
                    <a:pt x="406400" y="0"/>
                  </a:cubicBezTo>
                  <a:close/>
                </a:path>
              </a:pathLst>
            </a:custGeom>
            <a:solidFill>
              <a:srgbClr val="FFFFFF"/>
            </a:solidFill>
          </p:spPr>
        </p:sp>
        <p:sp>
          <p:nvSpPr>
            <p:cNvPr name="TextBox 8" id="8"/>
            <p:cNvSpPr txBox="true"/>
            <p:nvPr/>
          </p:nvSpPr>
          <p:spPr>
            <a:xfrm>
              <a:off x="76200" y="18148"/>
              <a:ext cx="660400" cy="525581"/>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952275">
            <a:off x="3144665" y="4747743"/>
            <a:ext cx="12002433" cy="8521728"/>
          </a:xfrm>
          <a:custGeom>
            <a:avLst/>
            <a:gdLst/>
            <a:ahLst/>
            <a:cxnLst/>
            <a:rect r="r" b="b" t="t" l="l"/>
            <a:pathLst>
              <a:path h="8521728" w="12002433">
                <a:moveTo>
                  <a:pt x="0" y="0"/>
                </a:moveTo>
                <a:lnTo>
                  <a:pt x="12002434" y="0"/>
                </a:lnTo>
                <a:lnTo>
                  <a:pt x="12002434" y="8521728"/>
                </a:lnTo>
                <a:lnTo>
                  <a:pt x="0" y="8521728"/>
                </a:lnTo>
                <a:lnTo>
                  <a:pt x="0" y="0"/>
                </a:lnTo>
                <a:close/>
              </a:path>
            </a:pathLst>
          </a:custGeom>
          <a:blipFill>
            <a:blip r:embed="rId2"/>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EEEBE8"/>
        </a:solidFill>
      </p:bgPr>
    </p:bg>
    <p:spTree>
      <p:nvGrpSpPr>
        <p:cNvPr id="1" name=""/>
        <p:cNvGrpSpPr/>
        <p:nvPr/>
      </p:nvGrpSpPr>
      <p:grpSpPr>
        <a:xfrm>
          <a:off x="0" y="0"/>
          <a:ext cx="0" cy="0"/>
          <a:chOff x="0" y="0"/>
          <a:chExt cx="0" cy="0"/>
        </a:xfrm>
      </p:grpSpPr>
      <p:grpSp>
        <p:nvGrpSpPr>
          <p:cNvPr name="Group 2" id="2"/>
          <p:cNvGrpSpPr/>
          <p:nvPr/>
        </p:nvGrpSpPr>
        <p:grpSpPr>
          <a:xfrm rot="0">
            <a:off x="13183353" y="-3582855"/>
            <a:ext cx="17452710" cy="1745271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235576" y="1005758"/>
            <a:ext cx="7023724" cy="8252542"/>
            <a:chOff x="0" y="0"/>
            <a:chExt cx="9364966" cy="11003390"/>
          </a:xfrm>
        </p:grpSpPr>
        <p:pic>
          <p:nvPicPr>
            <p:cNvPr name="Picture 6" id="6"/>
            <p:cNvPicPr>
              <a:picLocks noChangeAspect="true"/>
            </p:cNvPicPr>
            <p:nvPr/>
          </p:nvPicPr>
          <p:blipFill>
            <a:blip r:embed="rId2"/>
            <a:srcRect l="21604" t="0" r="21604" b="0"/>
            <a:stretch>
              <a:fillRect/>
            </a:stretch>
          </p:blipFill>
          <p:spPr>
            <a:xfrm flipH="false" flipV="false">
              <a:off x="0" y="0"/>
              <a:ext cx="9364966" cy="11003390"/>
            </a:xfrm>
            <a:prstGeom prst="rect">
              <a:avLst/>
            </a:prstGeom>
          </p:spPr>
        </p:pic>
      </p:grpSp>
      <p:sp>
        <p:nvSpPr>
          <p:cNvPr name="AutoShape 7" id="7"/>
          <p:cNvSpPr/>
          <p:nvPr/>
        </p:nvSpPr>
        <p:spPr>
          <a:xfrm>
            <a:off x="1028700" y="4316648"/>
            <a:ext cx="8115300" cy="0"/>
          </a:xfrm>
          <a:prstGeom prst="line">
            <a:avLst/>
          </a:prstGeom>
          <a:ln cap="flat" w="38100">
            <a:solidFill>
              <a:srgbClr val="131313"/>
            </a:solidFill>
            <a:prstDash val="solid"/>
            <a:headEnd type="none" len="sm" w="sm"/>
            <a:tailEnd type="none" len="sm" w="sm"/>
          </a:ln>
        </p:spPr>
      </p:sp>
      <p:sp>
        <p:nvSpPr>
          <p:cNvPr name="AutoShape 8" id="8"/>
          <p:cNvSpPr/>
          <p:nvPr/>
        </p:nvSpPr>
        <p:spPr>
          <a:xfrm>
            <a:off x="1028700" y="7317159"/>
            <a:ext cx="8115300" cy="0"/>
          </a:xfrm>
          <a:prstGeom prst="line">
            <a:avLst/>
          </a:prstGeom>
          <a:ln cap="flat" w="38100">
            <a:solidFill>
              <a:srgbClr val="131313"/>
            </a:solidFill>
            <a:prstDash val="solid"/>
            <a:headEnd type="none" len="sm" w="sm"/>
            <a:tailEnd type="none" len="sm" w="sm"/>
          </a:ln>
        </p:spPr>
      </p:sp>
      <p:sp>
        <p:nvSpPr>
          <p:cNvPr name="TextBox 9" id="9"/>
          <p:cNvSpPr txBox="true"/>
          <p:nvPr/>
        </p:nvSpPr>
        <p:spPr>
          <a:xfrm rot="0">
            <a:off x="1028700" y="1280106"/>
            <a:ext cx="8497586" cy="1868805"/>
          </a:xfrm>
          <a:prstGeom prst="rect">
            <a:avLst/>
          </a:prstGeom>
        </p:spPr>
        <p:txBody>
          <a:bodyPr anchor="t" rtlCol="false" tIns="0" lIns="0" bIns="0" rIns="0">
            <a:spAutoFit/>
          </a:bodyPr>
          <a:lstStyle/>
          <a:p>
            <a:pPr algn="l">
              <a:lnSpc>
                <a:spcPts val="7200"/>
              </a:lnSpc>
            </a:pPr>
            <a:r>
              <a:rPr lang="en-US" sz="7200" b="true">
                <a:solidFill>
                  <a:srgbClr val="131313"/>
                </a:solidFill>
                <a:latin typeface="Nourd Bold"/>
                <a:ea typeface="Nourd Bold"/>
                <a:cs typeface="Nourd Bold"/>
                <a:sym typeface="Nourd Bold"/>
              </a:rPr>
              <a:t>Desig</a:t>
            </a:r>
            <a:r>
              <a:rPr lang="en-US" b="true" sz="7200">
                <a:solidFill>
                  <a:srgbClr val="131313"/>
                </a:solidFill>
                <a:latin typeface="Nourd Bold"/>
                <a:ea typeface="Nourd Bold"/>
                <a:cs typeface="Nourd Bold"/>
                <a:sym typeface="Nourd Bold"/>
              </a:rPr>
              <a:t>ned for perfect listening.</a:t>
            </a:r>
          </a:p>
        </p:txBody>
      </p:sp>
      <p:sp>
        <p:nvSpPr>
          <p:cNvPr name="TextBox 10" id="10"/>
          <p:cNvSpPr txBox="true"/>
          <p:nvPr/>
        </p:nvSpPr>
        <p:spPr>
          <a:xfrm rot="0">
            <a:off x="1028700" y="4611923"/>
            <a:ext cx="8115300" cy="1537335"/>
          </a:xfrm>
          <a:prstGeom prst="rect">
            <a:avLst/>
          </a:prstGeom>
        </p:spPr>
        <p:txBody>
          <a:bodyPr anchor="t" rtlCol="false" tIns="0" lIns="0" bIns="0" rIns="0">
            <a:spAutoFit/>
          </a:bodyPr>
          <a:lstStyle/>
          <a:p>
            <a:pPr algn="just">
              <a:lnSpc>
                <a:spcPts val="2400"/>
              </a:lnSpc>
            </a:pPr>
            <a:r>
              <a:rPr lang="en-US" sz="2400">
                <a:solidFill>
                  <a:srgbClr val="131313"/>
                </a:solidFill>
                <a:latin typeface="Nourd"/>
                <a:ea typeface="Nourd"/>
                <a:cs typeface="Nourd"/>
                <a:sym typeface="Nourd"/>
              </a:rPr>
              <a:t>Lorem ipsum dolor sit amet, consectetur adipiscing elit. In ut dolor ornare, dapibus nisi non, sodales arcu. Quisque nunc ligula, tempus eu ullamcorper vitae, pellentesque et est. Etiam ornare sapien in leo tincidunt, sit amet eleifend elit lobortis. </a:t>
            </a:r>
          </a:p>
        </p:txBody>
      </p:sp>
      <p:sp>
        <p:nvSpPr>
          <p:cNvPr name="TextBox 11" id="11"/>
          <p:cNvSpPr txBox="true"/>
          <p:nvPr/>
        </p:nvSpPr>
        <p:spPr>
          <a:xfrm rot="0">
            <a:off x="1028700" y="3691671"/>
            <a:ext cx="8115300" cy="375920"/>
          </a:xfrm>
          <a:prstGeom prst="rect">
            <a:avLst/>
          </a:prstGeom>
        </p:spPr>
        <p:txBody>
          <a:bodyPr anchor="t" rtlCol="false" tIns="0" lIns="0" bIns="0" rIns="0">
            <a:spAutoFit/>
          </a:bodyPr>
          <a:lstStyle/>
          <a:p>
            <a:pPr algn="just">
              <a:lnSpc>
                <a:spcPts val="2799"/>
              </a:lnSpc>
            </a:pPr>
            <a:r>
              <a:rPr lang="en-US" b="true" sz="2799">
                <a:solidFill>
                  <a:srgbClr val="131313"/>
                </a:solidFill>
                <a:latin typeface="Nourd Bold"/>
                <a:ea typeface="Nourd Bold"/>
                <a:cs typeface="Nourd Bold"/>
                <a:sym typeface="Nourd Bold"/>
              </a:rPr>
              <a:t>Advanc</a:t>
            </a:r>
            <a:r>
              <a:rPr lang="en-US" b="true" sz="2799">
                <a:solidFill>
                  <a:srgbClr val="131313"/>
                </a:solidFill>
                <a:latin typeface="Nourd Bold"/>
                <a:ea typeface="Nourd Bold"/>
                <a:cs typeface="Nourd Bold"/>
                <a:sym typeface="Nourd Bold"/>
              </a:rPr>
              <a:t>ed drivers deliver.</a:t>
            </a:r>
          </a:p>
        </p:txBody>
      </p:sp>
      <p:sp>
        <p:nvSpPr>
          <p:cNvPr name="TextBox 12" id="12"/>
          <p:cNvSpPr txBox="true"/>
          <p:nvPr/>
        </p:nvSpPr>
        <p:spPr>
          <a:xfrm rot="0">
            <a:off x="1028700" y="7612434"/>
            <a:ext cx="8115300" cy="1537335"/>
          </a:xfrm>
          <a:prstGeom prst="rect">
            <a:avLst/>
          </a:prstGeom>
        </p:spPr>
        <p:txBody>
          <a:bodyPr anchor="t" rtlCol="false" tIns="0" lIns="0" bIns="0" rIns="0">
            <a:spAutoFit/>
          </a:bodyPr>
          <a:lstStyle/>
          <a:p>
            <a:pPr algn="just">
              <a:lnSpc>
                <a:spcPts val="2400"/>
              </a:lnSpc>
            </a:pPr>
            <a:r>
              <a:rPr lang="en-US" sz="2400">
                <a:solidFill>
                  <a:srgbClr val="131313"/>
                </a:solidFill>
                <a:latin typeface="Nourd"/>
                <a:ea typeface="Nourd"/>
                <a:cs typeface="Nourd"/>
                <a:sym typeface="Nourd"/>
              </a:rPr>
              <a:t>Lorem ipsum dolor sit amet, consectetur adipiscing elit. In ut dolor ornare, dapibus nisi non, sodales arcu. Quisque nunc ligula, tempus eu ullamcorper vitae, pellentesque et est. Etiam ornare sapien in leo tincidunt, sit amet eleifend elit lobortis. </a:t>
            </a:r>
          </a:p>
        </p:txBody>
      </p:sp>
      <p:sp>
        <p:nvSpPr>
          <p:cNvPr name="TextBox 13" id="13"/>
          <p:cNvSpPr txBox="true"/>
          <p:nvPr/>
        </p:nvSpPr>
        <p:spPr>
          <a:xfrm rot="0">
            <a:off x="1028700" y="6692183"/>
            <a:ext cx="8115300" cy="375920"/>
          </a:xfrm>
          <a:prstGeom prst="rect">
            <a:avLst/>
          </a:prstGeom>
        </p:spPr>
        <p:txBody>
          <a:bodyPr anchor="t" rtlCol="false" tIns="0" lIns="0" bIns="0" rIns="0">
            <a:spAutoFit/>
          </a:bodyPr>
          <a:lstStyle/>
          <a:p>
            <a:pPr algn="just">
              <a:lnSpc>
                <a:spcPts val="2799"/>
              </a:lnSpc>
            </a:pPr>
            <a:r>
              <a:rPr lang="en-US" b="true" sz="2799">
                <a:solidFill>
                  <a:srgbClr val="131313"/>
                </a:solidFill>
                <a:latin typeface="Nourd Bold"/>
                <a:ea typeface="Nourd Bold"/>
                <a:cs typeface="Nourd Bold"/>
                <a:sym typeface="Nourd Bold"/>
              </a:rPr>
              <a:t>Smart n</a:t>
            </a:r>
            <a:r>
              <a:rPr lang="en-US" b="true" sz="2799">
                <a:solidFill>
                  <a:srgbClr val="131313"/>
                </a:solidFill>
                <a:latin typeface="Nourd Bold"/>
                <a:ea typeface="Nourd Bold"/>
                <a:cs typeface="Nourd Bold"/>
                <a:sym typeface="Nourd Bold"/>
              </a:rPr>
              <a:t>oise control.</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131313"/>
        </a:solidFill>
      </p:bgPr>
    </p:bg>
    <p:spTree>
      <p:nvGrpSpPr>
        <p:cNvPr id="1" name=""/>
        <p:cNvGrpSpPr/>
        <p:nvPr/>
      </p:nvGrpSpPr>
      <p:grpSpPr>
        <a:xfrm>
          <a:off x="0" y="0"/>
          <a:ext cx="0" cy="0"/>
          <a:chOff x="0" y="0"/>
          <a:chExt cx="0" cy="0"/>
        </a:xfrm>
      </p:grpSpPr>
      <p:grpSp>
        <p:nvGrpSpPr>
          <p:cNvPr name="Group 2" id="2"/>
          <p:cNvGrpSpPr/>
          <p:nvPr/>
        </p:nvGrpSpPr>
        <p:grpSpPr>
          <a:xfrm rot="0">
            <a:off x="-2597421" y="5994593"/>
            <a:ext cx="7252243" cy="7252243"/>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1C1C"/>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028700" y="5321991"/>
            <a:ext cx="7455068" cy="2505212"/>
            <a:chOff x="0" y="0"/>
            <a:chExt cx="9940090" cy="3340282"/>
          </a:xfrm>
        </p:grpSpPr>
        <p:pic>
          <p:nvPicPr>
            <p:cNvPr name="Picture 6" id="6"/>
            <p:cNvPicPr>
              <a:picLocks noChangeAspect="true"/>
            </p:cNvPicPr>
            <p:nvPr/>
          </p:nvPicPr>
          <p:blipFill>
            <a:blip r:embed="rId2"/>
            <a:srcRect l="0" t="53617" r="0" b="407"/>
            <a:stretch>
              <a:fillRect/>
            </a:stretch>
          </p:blipFill>
          <p:spPr>
            <a:xfrm flipH="false" flipV="false">
              <a:off x="0" y="0"/>
              <a:ext cx="9940090" cy="3340282"/>
            </a:xfrm>
            <a:prstGeom prst="rect">
              <a:avLst/>
            </a:prstGeom>
          </p:spPr>
        </p:pic>
      </p:grpSp>
      <p:sp>
        <p:nvSpPr>
          <p:cNvPr name="AutoShape 7" id="7"/>
          <p:cNvSpPr/>
          <p:nvPr/>
        </p:nvSpPr>
        <p:spPr>
          <a:xfrm>
            <a:off x="9144000" y="5994593"/>
            <a:ext cx="8115300" cy="0"/>
          </a:xfrm>
          <a:prstGeom prst="line">
            <a:avLst/>
          </a:prstGeom>
          <a:ln cap="flat" w="38100">
            <a:solidFill>
              <a:srgbClr val="FFFFFF"/>
            </a:solidFill>
            <a:prstDash val="solid"/>
            <a:headEnd type="none" len="sm" w="sm"/>
            <a:tailEnd type="none" len="sm" w="sm"/>
          </a:ln>
        </p:spPr>
      </p:sp>
      <p:grpSp>
        <p:nvGrpSpPr>
          <p:cNvPr name="Group 8" id="8"/>
          <p:cNvGrpSpPr/>
          <p:nvPr/>
        </p:nvGrpSpPr>
        <p:grpSpPr>
          <a:xfrm rot="0">
            <a:off x="14661879" y="-3626121"/>
            <a:ext cx="7252243" cy="7252243"/>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1C1C"/>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9144000" y="2459797"/>
            <a:ext cx="8115300" cy="2011680"/>
            <a:chOff x="0" y="0"/>
            <a:chExt cx="10820400" cy="2682240"/>
          </a:xfrm>
        </p:grpSpPr>
        <p:pic>
          <p:nvPicPr>
            <p:cNvPr name="Picture 12" id="12"/>
            <p:cNvPicPr>
              <a:picLocks noChangeAspect="true"/>
            </p:cNvPicPr>
            <p:nvPr/>
          </p:nvPicPr>
          <p:blipFill>
            <a:blip r:embed="rId3"/>
            <a:srcRect l="0" t="47349" r="0" b="36110"/>
            <a:stretch>
              <a:fillRect/>
            </a:stretch>
          </p:blipFill>
          <p:spPr>
            <a:xfrm flipH="false" flipV="false">
              <a:off x="0" y="0"/>
              <a:ext cx="10820400" cy="2682240"/>
            </a:xfrm>
            <a:prstGeom prst="rect">
              <a:avLst/>
            </a:prstGeom>
          </p:spPr>
        </p:pic>
      </p:grpSp>
      <p:sp>
        <p:nvSpPr>
          <p:cNvPr name="TextBox 13" id="13"/>
          <p:cNvSpPr txBox="true"/>
          <p:nvPr/>
        </p:nvSpPr>
        <p:spPr>
          <a:xfrm rot="0">
            <a:off x="1028700" y="2602672"/>
            <a:ext cx="7455068" cy="1868805"/>
          </a:xfrm>
          <a:prstGeom prst="rect">
            <a:avLst/>
          </a:prstGeom>
        </p:spPr>
        <p:txBody>
          <a:bodyPr anchor="t" rtlCol="false" tIns="0" lIns="0" bIns="0" rIns="0">
            <a:spAutoFit/>
          </a:bodyPr>
          <a:lstStyle/>
          <a:p>
            <a:pPr algn="l">
              <a:lnSpc>
                <a:spcPts val="7200"/>
              </a:lnSpc>
            </a:pPr>
            <a:r>
              <a:rPr lang="en-US" sz="7200" b="true">
                <a:solidFill>
                  <a:srgbClr val="EEEBE8"/>
                </a:solidFill>
                <a:latin typeface="Nourd Bold"/>
                <a:ea typeface="Nourd Bold"/>
                <a:cs typeface="Nourd Bold"/>
                <a:sym typeface="Nourd Bold"/>
              </a:rPr>
              <a:t>St</a:t>
            </a:r>
            <a:r>
              <a:rPr lang="en-US" b="true" sz="7200">
                <a:solidFill>
                  <a:srgbClr val="EEEBE8"/>
                </a:solidFill>
                <a:latin typeface="Nourd Bold"/>
                <a:ea typeface="Nourd Bold"/>
                <a:cs typeface="Nourd Bold"/>
                <a:sym typeface="Nourd Bold"/>
              </a:rPr>
              <a:t>udio-quality sound.</a:t>
            </a:r>
          </a:p>
        </p:txBody>
      </p:sp>
      <p:sp>
        <p:nvSpPr>
          <p:cNvPr name="TextBox 14" id="14"/>
          <p:cNvSpPr txBox="true"/>
          <p:nvPr/>
        </p:nvSpPr>
        <p:spPr>
          <a:xfrm rot="0">
            <a:off x="9144000" y="6289868"/>
            <a:ext cx="8115300" cy="1537335"/>
          </a:xfrm>
          <a:prstGeom prst="rect">
            <a:avLst/>
          </a:prstGeom>
        </p:spPr>
        <p:txBody>
          <a:bodyPr anchor="t" rtlCol="false" tIns="0" lIns="0" bIns="0" rIns="0">
            <a:spAutoFit/>
          </a:bodyPr>
          <a:lstStyle/>
          <a:p>
            <a:pPr algn="just">
              <a:lnSpc>
                <a:spcPts val="2400"/>
              </a:lnSpc>
            </a:pPr>
            <a:r>
              <a:rPr lang="en-US" sz="2400">
                <a:solidFill>
                  <a:srgbClr val="F4F5F0"/>
                </a:solidFill>
                <a:latin typeface="Nourd"/>
                <a:ea typeface="Nourd"/>
                <a:cs typeface="Nourd"/>
                <a:sym typeface="Nourd"/>
              </a:rPr>
              <a:t>Lorem ipsum dolor sit amet, consectetur adipiscing elit. In ut dolor ornare, dapibus nisi non, sodales arcu. Quisque nunc ligula, tempus eu ullamcorper vitae, pellentesque et est. Etiam ornare sapien in leo tincidunt, sit amet eleifend elit lobortis. </a:t>
            </a:r>
          </a:p>
        </p:txBody>
      </p:sp>
      <p:sp>
        <p:nvSpPr>
          <p:cNvPr name="TextBox 15" id="15"/>
          <p:cNvSpPr txBox="true"/>
          <p:nvPr/>
        </p:nvSpPr>
        <p:spPr>
          <a:xfrm rot="0">
            <a:off x="9144000" y="5369616"/>
            <a:ext cx="8115300" cy="375920"/>
          </a:xfrm>
          <a:prstGeom prst="rect">
            <a:avLst/>
          </a:prstGeom>
        </p:spPr>
        <p:txBody>
          <a:bodyPr anchor="t" rtlCol="false" tIns="0" lIns="0" bIns="0" rIns="0">
            <a:spAutoFit/>
          </a:bodyPr>
          <a:lstStyle/>
          <a:p>
            <a:pPr algn="just">
              <a:lnSpc>
                <a:spcPts val="2799"/>
              </a:lnSpc>
            </a:pPr>
            <a:r>
              <a:rPr lang="en-US" b="true" sz="2799">
                <a:solidFill>
                  <a:srgbClr val="F4F5F0"/>
                </a:solidFill>
                <a:latin typeface="Nourd Bold"/>
                <a:ea typeface="Nourd Bold"/>
                <a:cs typeface="Nourd Bold"/>
                <a:sym typeface="Nourd Bold"/>
              </a:rPr>
              <a:t>Balanc</a:t>
            </a:r>
            <a:r>
              <a:rPr lang="en-US" b="true" sz="2799">
                <a:solidFill>
                  <a:srgbClr val="F4F5F0"/>
                </a:solidFill>
                <a:latin typeface="Nourd Bold"/>
                <a:ea typeface="Nourd Bold"/>
                <a:cs typeface="Nourd Bold"/>
                <a:sym typeface="Nourd Bold"/>
              </a:rPr>
              <a:t>ed audio at any volume.</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131313"/>
        </a:solidFill>
      </p:bgPr>
    </p:bg>
    <p:spTree>
      <p:nvGrpSpPr>
        <p:cNvPr id="1" name=""/>
        <p:cNvGrpSpPr/>
        <p:nvPr/>
      </p:nvGrpSpPr>
      <p:grpSpPr>
        <a:xfrm>
          <a:off x="0" y="0"/>
          <a:ext cx="0" cy="0"/>
          <a:chOff x="0" y="0"/>
          <a:chExt cx="0" cy="0"/>
        </a:xfrm>
      </p:grpSpPr>
      <p:sp>
        <p:nvSpPr>
          <p:cNvPr name="TextBox 2" id="2"/>
          <p:cNvSpPr txBox="true"/>
          <p:nvPr/>
        </p:nvSpPr>
        <p:spPr>
          <a:xfrm rot="0">
            <a:off x="1028700" y="2780279"/>
            <a:ext cx="8115300" cy="1868805"/>
          </a:xfrm>
          <a:prstGeom prst="rect">
            <a:avLst/>
          </a:prstGeom>
        </p:spPr>
        <p:txBody>
          <a:bodyPr anchor="t" rtlCol="false" tIns="0" lIns="0" bIns="0" rIns="0">
            <a:spAutoFit/>
          </a:bodyPr>
          <a:lstStyle/>
          <a:p>
            <a:pPr algn="l">
              <a:lnSpc>
                <a:spcPts val="7200"/>
              </a:lnSpc>
            </a:pPr>
            <a:r>
              <a:rPr lang="en-US" sz="7200" b="true">
                <a:solidFill>
                  <a:srgbClr val="EEEBE8"/>
                </a:solidFill>
                <a:latin typeface="Nourd Bold"/>
                <a:ea typeface="Nourd Bold"/>
                <a:cs typeface="Nourd Bold"/>
                <a:sym typeface="Nourd Bold"/>
              </a:rPr>
              <a:t>Bl</a:t>
            </a:r>
            <a:r>
              <a:rPr lang="en-US" b="true" sz="7200">
                <a:solidFill>
                  <a:srgbClr val="EEEBE8"/>
                </a:solidFill>
                <a:latin typeface="Nourd Bold"/>
                <a:ea typeface="Nourd Bold"/>
                <a:cs typeface="Nourd Bold"/>
                <a:sym typeface="Nourd Bold"/>
              </a:rPr>
              <a:t>ock out the world.</a:t>
            </a:r>
          </a:p>
        </p:txBody>
      </p:sp>
      <p:sp>
        <p:nvSpPr>
          <p:cNvPr name="TextBox 3" id="3"/>
          <p:cNvSpPr txBox="true"/>
          <p:nvPr/>
        </p:nvSpPr>
        <p:spPr>
          <a:xfrm rot="0">
            <a:off x="1028700" y="6112261"/>
            <a:ext cx="8115300" cy="1537335"/>
          </a:xfrm>
          <a:prstGeom prst="rect">
            <a:avLst/>
          </a:prstGeom>
        </p:spPr>
        <p:txBody>
          <a:bodyPr anchor="t" rtlCol="false" tIns="0" lIns="0" bIns="0" rIns="0">
            <a:spAutoFit/>
          </a:bodyPr>
          <a:lstStyle/>
          <a:p>
            <a:pPr algn="just">
              <a:lnSpc>
                <a:spcPts val="2400"/>
              </a:lnSpc>
            </a:pPr>
            <a:r>
              <a:rPr lang="en-US" sz="2400">
                <a:solidFill>
                  <a:srgbClr val="F4F5F0"/>
                </a:solidFill>
                <a:latin typeface="Nourd"/>
                <a:ea typeface="Nourd"/>
                <a:cs typeface="Nourd"/>
                <a:sym typeface="Nourd"/>
              </a:rPr>
              <a:t>Lorem ipsum dolor sit amet, consectetur adipiscing elit. In ut dolor ornare, dapibus nisi non, sodales arcu. Quisque nunc ligula, tempus eu ullamcorper vitae, pellentesque et est. Etiam ornare sapien in leo tincidunt, sit amet eleifend elit lobortis. </a:t>
            </a:r>
          </a:p>
        </p:txBody>
      </p:sp>
      <p:sp>
        <p:nvSpPr>
          <p:cNvPr name="TextBox 4" id="4"/>
          <p:cNvSpPr txBox="true"/>
          <p:nvPr/>
        </p:nvSpPr>
        <p:spPr>
          <a:xfrm rot="0">
            <a:off x="1028700" y="5192009"/>
            <a:ext cx="8115300" cy="375920"/>
          </a:xfrm>
          <a:prstGeom prst="rect">
            <a:avLst/>
          </a:prstGeom>
        </p:spPr>
        <p:txBody>
          <a:bodyPr anchor="t" rtlCol="false" tIns="0" lIns="0" bIns="0" rIns="0">
            <a:spAutoFit/>
          </a:bodyPr>
          <a:lstStyle/>
          <a:p>
            <a:pPr algn="just">
              <a:lnSpc>
                <a:spcPts val="2799"/>
              </a:lnSpc>
            </a:pPr>
            <a:r>
              <a:rPr lang="en-US" b="true" sz="2799">
                <a:solidFill>
                  <a:srgbClr val="F4F5F0"/>
                </a:solidFill>
                <a:latin typeface="Nourd Bold"/>
                <a:ea typeface="Nourd Bold"/>
                <a:cs typeface="Nourd Bold"/>
                <a:sym typeface="Nourd Bold"/>
              </a:rPr>
              <a:t>F</a:t>
            </a:r>
            <a:r>
              <a:rPr lang="en-US" b="true" sz="2799">
                <a:solidFill>
                  <a:srgbClr val="F4F5F0"/>
                </a:solidFill>
                <a:latin typeface="Nourd Bold"/>
                <a:ea typeface="Nourd Bold"/>
                <a:cs typeface="Nourd Bold"/>
                <a:sym typeface="Nourd Bold"/>
              </a:rPr>
              <a:t>ocus anywhere, anytime.</a:t>
            </a:r>
          </a:p>
        </p:txBody>
      </p:sp>
      <p:sp>
        <p:nvSpPr>
          <p:cNvPr name="AutoShape 5" id="5"/>
          <p:cNvSpPr/>
          <p:nvPr/>
        </p:nvSpPr>
        <p:spPr>
          <a:xfrm>
            <a:off x="1028700" y="5816986"/>
            <a:ext cx="8115300" cy="0"/>
          </a:xfrm>
          <a:prstGeom prst="line">
            <a:avLst/>
          </a:prstGeom>
          <a:ln cap="flat" w="38100">
            <a:solidFill>
              <a:srgbClr val="FFFFFF"/>
            </a:solidFill>
            <a:prstDash val="solid"/>
            <a:headEnd type="none" len="sm" w="sm"/>
            <a:tailEnd type="none" len="sm" w="sm"/>
          </a:ln>
        </p:spPr>
      </p:sp>
      <p:grpSp>
        <p:nvGrpSpPr>
          <p:cNvPr name="Group 6" id="6"/>
          <p:cNvGrpSpPr/>
          <p:nvPr/>
        </p:nvGrpSpPr>
        <p:grpSpPr>
          <a:xfrm rot="0">
            <a:off x="10181053" y="285623"/>
            <a:ext cx="9715755" cy="971575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1C1C"/>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5400000">
            <a:off x="9553826" y="1810512"/>
            <a:ext cx="9258300" cy="6665976"/>
          </a:xfrm>
          <a:custGeom>
            <a:avLst/>
            <a:gdLst/>
            <a:ahLst/>
            <a:cxnLst/>
            <a:rect r="r" b="b" t="t" l="l"/>
            <a:pathLst>
              <a:path h="6665976" w="9258300">
                <a:moveTo>
                  <a:pt x="0" y="0"/>
                </a:moveTo>
                <a:lnTo>
                  <a:pt x="9258300" y="0"/>
                </a:lnTo>
                <a:lnTo>
                  <a:pt x="9258300" y="6665976"/>
                </a:lnTo>
                <a:lnTo>
                  <a:pt x="0" y="6665976"/>
                </a:lnTo>
                <a:lnTo>
                  <a:pt x="0" y="0"/>
                </a:lnTo>
                <a:close/>
              </a:path>
            </a:pathLst>
          </a:custGeom>
          <a:blipFill>
            <a:blip r:embed="rId2"/>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131313"/>
        </a:solidFill>
      </p:bgPr>
    </p:bg>
    <p:spTree>
      <p:nvGrpSpPr>
        <p:cNvPr id="1" name=""/>
        <p:cNvGrpSpPr/>
        <p:nvPr/>
      </p:nvGrpSpPr>
      <p:grpSpPr>
        <a:xfrm>
          <a:off x="0" y="0"/>
          <a:ext cx="0" cy="0"/>
          <a:chOff x="0" y="0"/>
          <a:chExt cx="0" cy="0"/>
        </a:xfrm>
      </p:grpSpPr>
      <p:sp>
        <p:nvSpPr>
          <p:cNvPr name="AutoShape 2" id="2"/>
          <p:cNvSpPr/>
          <p:nvPr/>
        </p:nvSpPr>
        <p:spPr>
          <a:xfrm>
            <a:off x="1028700" y="7425690"/>
            <a:ext cx="7761568" cy="0"/>
          </a:xfrm>
          <a:prstGeom prst="line">
            <a:avLst/>
          </a:prstGeom>
          <a:ln cap="flat" w="38100">
            <a:solidFill>
              <a:srgbClr val="FFFFFF"/>
            </a:solidFill>
            <a:prstDash val="solid"/>
            <a:headEnd type="none" len="sm" w="sm"/>
            <a:tailEnd type="none" len="sm" w="sm"/>
          </a:ln>
        </p:spPr>
      </p:sp>
      <p:sp>
        <p:nvSpPr>
          <p:cNvPr name="AutoShape 3" id="3"/>
          <p:cNvSpPr/>
          <p:nvPr/>
        </p:nvSpPr>
        <p:spPr>
          <a:xfrm>
            <a:off x="9497732" y="7425690"/>
            <a:ext cx="7761568" cy="0"/>
          </a:xfrm>
          <a:prstGeom prst="line">
            <a:avLst/>
          </a:prstGeom>
          <a:ln cap="flat" w="38100">
            <a:solidFill>
              <a:srgbClr val="FFFFFF"/>
            </a:solidFill>
            <a:prstDash val="solid"/>
            <a:headEnd type="none" len="sm" w="sm"/>
            <a:tailEnd type="none" len="sm" w="sm"/>
          </a:ln>
        </p:spPr>
      </p:sp>
      <p:grpSp>
        <p:nvGrpSpPr>
          <p:cNvPr name="Group 4" id="4"/>
          <p:cNvGrpSpPr/>
          <p:nvPr/>
        </p:nvGrpSpPr>
        <p:grpSpPr>
          <a:xfrm rot="0">
            <a:off x="1028700" y="3696695"/>
            <a:ext cx="7761568" cy="2561093"/>
            <a:chOff x="0" y="0"/>
            <a:chExt cx="10348757" cy="3414790"/>
          </a:xfrm>
        </p:grpSpPr>
        <p:pic>
          <p:nvPicPr>
            <p:cNvPr name="Picture 5" id="5"/>
            <p:cNvPicPr>
              <a:picLocks noChangeAspect="true"/>
            </p:cNvPicPr>
            <p:nvPr/>
          </p:nvPicPr>
          <p:blipFill>
            <a:blip r:embed="rId2"/>
            <a:srcRect l="0" t="33501" r="0" b="33501"/>
            <a:stretch>
              <a:fillRect/>
            </a:stretch>
          </p:blipFill>
          <p:spPr>
            <a:xfrm flipH="false" flipV="false">
              <a:off x="0" y="0"/>
              <a:ext cx="10348757" cy="3414790"/>
            </a:xfrm>
            <a:prstGeom prst="rect">
              <a:avLst/>
            </a:prstGeom>
          </p:spPr>
        </p:pic>
      </p:grpSp>
      <p:grpSp>
        <p:nvGrpSpPr>
          <p:cNvPr name="Group 6" id="6"/>
          <p:cNvGrpSpPr/>
          <p:nvPr/>
        </p:nvGrpSpPr>
        <p:grpSpPr>
          <a:xfrm rot="0">
            <a:off x="13087246" y="-3356111"/>
            <a:ext cx="8769621" cy="876962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1C1C"/>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9497732" y="3696695"/>
            <a:ext cx="7761568" cy="2561093"/>
            <a:chOff x="0" y="0"/>
            <a:chExt cx="10348757" cy="3414790"/>
          </a:xfrm>
        </p:grpSpPr>
        <p:pic>
          <p:nvPicPr>
            <p:cNvPr name="Picture 10" id="10"/>
            <p:cNvPicPr>
              <a:picLocks noChangeAspect="true"/>
            </p:cNvPicPr>
            <p:nvPr/>
          </p:nvPicPr>
          <p:blipFill>
            <a:blip r:embed="rId3"/>
            <a:srcRect l="0" t="33501" r="0" b="33501"/>
            <a:stretch>
              <a:fillRect/>
            </a:stretch>
          </p:blipFill>
          <p:spPr>
            <a:xfrm flipH="false" flipV="false">
              <a:off x="0" y="0"/>
              <a:ext cx="10348757" cy="3414790"/>
            </a:xfrm>
            <a:prstGeom prst="rect">
              <a:avLst/>
            </a:prstGeom>
          </p:spPr>
        </p:pic>
      </p:grpSp>
      <p:sp>
        <p:nvSpPr>
          <p:cNvPr name="TextBox 11" id="11"/>
          <p:cNvSpPr txBox="true"/>
          <p:nvPr/>
        </p:nvSpPr>
        <p:spPr>
          <a:xfrm rot="0">
            <a:off x="1028700" y="1171575"/>
            <a:ext cx="8115300" cy="1868805"/>
          </a:xfrm>
          <a:prstGeom prst="rect">
            <a:avLst/>
          </a:prstGeom>
        </p:spPr>
        <p:txBody>
          <a:bodyPr anchor="t" rtlCol="false" tIns="0" lIns="0" bIns="0" rIns="0">
            <a:spAutoFit/>
          </a:bodyPr>
          <a:lstStyle/>
          <a:p>
            <a:pPr algn="l">
              <a:lnSpc>
                <a:spcPts val="7200"/>
              </a:lnSpc>
            </a:pPr>
            <a:r>
              <a:rPr lang="en-US" sz="7200" b="true">
                <a:solidFill>
                  <a:srgbClr val="EEEBE8"/>
                </a:solidFill>
                <a:latin typeface="Nourd Bold"/>
                <a:ea typeface="Nourd Bold"/>
                <a:cs typeface="Nourd Bold"/>
                <a:sym typeface="Nourd Bold"/>
              </a:rPr>
              <a:t>C</a:t>
            </a:r>
            <a:r>
              <a:rPr lang="en-US" b="true" sz="7200">
                <a:solidFill>
                  <a:srgbClr val="EEEBE8"/>
                </a:solidFill>
                <a:latin typeface="Nourd Bold"/>
                <a:ea typeface="Nourd Bold"/>
                <a:cs typeface="Nourd Bold"/>
                <a:sym typeface="Nourd Bold"/>
              </a:rPr>
              <a:t>omfort &amp; Design.</a:t>
            </a:r>
          </a:p>
        </p:txBody>
      </p:sp>
      <p:sp>
        <p:nvSpPr>
          <p:cNvPr name="TextBox 12" id="12"/>
          <p:cNvSpPr txBox="true"/>
          <p:nvPr/>
        </p:nvSpPr>
        <p:spPr>
          <a:xfrm rot="0">
            <a:off x="1028700" y="7720965"/>
            <a:ext cx="7761568" cy="1537335"/>
          </a:xfrm>
          <a:prstGeom prst="rect">
            <a:avLst/>
          </a:prstGeom>
        </p:spPr>
        <p:txBody>
          <a:bodyPr anchor="t" rtlCol="false" tIns="0" lIns="0" bIns="0" rIns="0">
            <a:spAutoFit/>
          </a:bodyPr>
          <a:lstStyle/>
          <a:p>
            <a:pPr algn="just">
              <a:lnSpc>
                <a:spcPts val="2400"/>
              </a:lnSpc>
            </a:pPr>
            <a:r>
              <a:rPr lang="en-US" sz="2400">
                <a:solidFill>
                  <a:srgbClr val="F4F5F0"/>
                </a:solidFill>
                <a:latin typeface="Nourd"/>
                <a:ea typeface="Nourd"/>
                <a:cs typeface="Nourd"/>
                <a:sym typeface="Nourd"/>
              </a:rPr>
              <a:t>Lorem ipsum dolor sit amet, consectetur adipiscing elit. In ut dolor ornare, dapibus nisi non, sodales arcu. Quisque nunc ligula, tempus eu ullamcorper vitae, pellentesque et est. Etiam ornare sapien in leo tincidunt, sit amet eleifend elit lobortis. </a:t>
            </a:r>
          </a:p>
        </p:txBody>
      </p:sp>
      <p:sp>
        <p:nvSpPr>
          <p:cNvPr name="TextBox 13" id="13"/>
          <p:cNvSpPr txBox="true"/>
          <p:nvPr/>
        </p:nvSpPr>
        <p:spPr>
          <a:xfrm rot="0">
            <a:off x="1028700" y="6800713"/>
            <a:ext cx="7761568" cy="375920"/>
          </a:xfrm>
          <a:prstGeom prst="rect">
            <a:avLst/>
          </a:prstGeom>
        </p:spPr>
        <p:txBody>
          <a:bodyPr anchor="t" rtlCol="false" tIns="0" lIns="0" bIns="0" rIns="0">
            <a:spAutoFit/>
          </a:bodyPr>
          <a:lstStyle/>
          <a:p>
            <a:pPr algn="just">
              <a:lnSpc>
                <a:spcPts val="2799"/>
              </a:lnSpc>
            </a:pPr>
            <a:r>
              <a:rPr lang="en-US" b="true" sz="2799">
                <a:solidFill>
                  <a:srgbClr val="F4F5F0"/>
                </a:solidFill>
                <a:latin typeface="Nourd Bold"/>
                <a:ea typeface="Nourd Bold"/>
                <a:cs typeface="Nourd Bold"/>
                <a:sym typeface="Nourd Bold"/>
              </a:rPr>
              <a:t>L</a:t>
            </a:r>
            <a:r>
              <a:rPr lang="en-US" b="true" sz="2799">
                <a:solidFill>
                  <a:srgbClr val="F4F5F0"/>
                </a:solidFill>
                <a:latin typeface="Nourd Bold"/>
                <a:ea typeface="Nourd Bold"/>
                <a:cs typeface="Nourd Bold"/>
                <a:sym typeface="Nourd Bold"/>
              </a:rPr>
              <a:t>ightweight build</a:t>
            </a:r>
          </a:p>
        </p:txBody>
      </p:sp>
      <p:sp>
        <p:nvSpPr>
          <p:cNvPr name="TextBox 14" id="14"/>
          <p:cNvSpPr txBox="true"/>
          <p:nvPr/>
        </p:nvSpPr>
        <p:spPr>
          <a:xfrm rot="0">
            <a:off x="9497732" y="7720965"/>
            <a:ext cx="7761568" cy="1537335"/>
          </a:xfrm>
          <a:prstGeom prst="rect">
            <a:avLst/>
          </a:prstGeom>
        </p:spPr>
        <p:txBody>
          <a:bodyPr anchor="t" rtlCol="false" tIns="0" lIns="0" bIns="0" rIns="0">
            <a:spAutoFit/>
          </a:bodyPr>
          <a:lstStyle/>
          <a:p>
            <a:pPr algn="just">
              <a:lnSpc>
                <a:spcPts val="2400"/>
              </a:lnSpc>
            </a:pPr>
            <a:r>
              <a:rPr lang="en-US" sz="2400">
                <a:solidFill>
                  <a:srgbClr val="F4F5F0"/>
                </a:solidFill>
                <a:latin typeface="Nourd"/>
                <a:ea typeface="Nourd"/>
                <a:cs typeface="Nourd"/>
                <a:sym typeface="Nourd"/>
              </a:rPr>
              <a:t>Lorem ipsum dolor sit amet, consectetur adipiscing elit. In ut dolor ornare, dapibus nisi non, sodales arcu. Quisque nunc ligula, tempus eu ullamcorper vitae, pellentesque et est. Etiam ornare sapien in leo tincidunt, sit amet eleifend elit lobortis. </a:t>
            </a:r>
          </a:p>
        </p:txBody>
      </p:sp>
      <p:sp>
        <p:nvSpPr>
          <p:cNvPr name="TextBox 15" id="15"/>
          <p:cNvSpPr txBox="true"/>
          <p:nvPr/>
        </p:nvSpPr>
        <p:spPr>
          <a:xfrm rot="0">
            <a:off x="9497732" y="6800713"/>
            <a:ext cx="7761568" cy="375920"/>
          </a:xfrm>
          <a:prstGeom prst="rect">
            <a:avLst/>
          </a:prstGeom>
        </p:spPr>
        <p:txBody>
          <a:bodyPr anchor="t" rtlCol="false" tIns="0" lIns="0" bIns="0" rIns="0">
            <a:spAutoFit/>
          </a:bodyPr>
          <a:lstStyle/>
          <a:p>
            <a:pPr algn="just">
              <a:lnSpc>
                <a:spcPts val="2799"/>
              </a:lnSpc>
            </a:pPr>
            <a:r>
              <a:rPr lang="en-US" b="true" sz="2799">
                <a:solidFill>
                  <a:srgbClr val="F4F5F0"/>
                </a:solidFill>
                <a:latin typeface="Nourd Bold"/>
                <a:ea typeface="Nourd Bold"/>
                <a:cs typeface="Nourd Bold"/>
                <a:sym typeface="Nourd Bold"/>
              </a:rPr>
              <a:t>S</a:t>
            </a:r>
            <a:r>
              <a:rPr lang="en-US" b="true" sz="2799">
                <a:solidFill>
                  <a:srgbClr val="F4F5F0"/>
                </a:solidFill>
                <a:latin typeface="Nourd Bold"/>
                <a:ea typeface="Nourd Bold"/>
                <a:cs typeface="Nourd Bold"/>
                <a:sym typeface="Nourd Bold"/>
              </a:rPr>
              <a:t>oft ear cushions</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EEEBE8"/>
        </a:solidFill>
      </p:bgPr>
    </p:bg>
    <p:spTree>
      <p:nvGrpSpPr>
        <p:cNvPr id="1" name=""/>
        <p:cNvGrpSpPr/>
        <p:nvPr/>
      </p:nvGrpSpPr>
      <p:grpSpPr>
        <a:xfrm>
          <a:off x="0" y="0"/>
          <a:ext cx="0" cy="0"/>
          <a:chOff x="0" y="0"/>
          <a:chExt cx="0" cy="0"/>
        </a:xfrm>
      </p:grpSpPr>
      <p:sp>
        <p:nvSpPr>
          <p:cNvPr name="AutoShape 2" id="2"/>
          <p:cNvSpPr/>
          <p:nvPr/>
        </p:nvSpPr>
        <p:spPr>
          <a:xfrm>
            <a:off x="1028700" y="6930390"/>
            <a:ext cx="16230600" cy="0"/>
          </a:xfrm>
          <a:prstGeom prst="line">
            <a:avLst/>
          </a:prstGeom>
          <a:ln cap="flat" w="38100">
            <a:solidFill>
              <a:srgbClr val="131313"/>
            </a:solidFill>
            <a:prstDash val="solid"/>
            <a:headEnd type="none" len="sm" w="sm"/>
            <a:tailEnd type="none" len="sm" w="sm"/>
          </a:ln>
        </p:spPr>
      </p:sp>
      <p:grpSp>
        <p:nvGrpSpPr>
          <p:cNvPr name="Group 3" id="3"/>
          <p:cNvGrpSpPr/>
          <p:nvPr/>
        </p:nvGrpSpPr>
        <p:grpSpPr>
          <a:xfrm rot="0">
            <a:off x="1028700" y="1028700"/>
            <a:ext cx="16230600" cy="3407908"/>
            <a:chOff x="0" y="0"/>
            <a:chExt cx="21640800" cy="4543878"/>
          </a:xfrm>
        </p:grpSpPr>
        <p:pic>
          <p:nvPicPr>
            <p:cNvPr name="Picture 4" id="4"/>
            <p:cNvPicPr>
              <a:picLocks noChangeAspect="true"/>
            </p:cNvPicPr>
            <p:nvPr/>
          </p:nvPicPr>
          <p:blipFill>
            <a:blip r:embed="rId2"/>
            <a:srcRect l="0" t="51982" r="0" b="27020"/>
            <a:stretch>
              <a:fillRect/>
            </a:stretch>
          </p:blipFill>
          <p:spPr>
            <a:xfrm flipH="false" flipV="false">
              <a:off x="0" y="0"/>
              <a:ext cx="21640800" cy="4543878"/>
            </a:xfrm>
            <a:prstGeom prst="rect">
              <a:avLst/>
            </a:prstGeom>
          </p:spPr>
        </p:pic>
      </p:grpSp>
      <p:sp>
        <p:nvSpPr>
          <p:cNvPr name="TextBox 5" id="5"/>
          <p:cNvSpPr txBox="true"/>
          <p:nvPr/>
        </p:nvSpPr>
        <p:spPr>
          <a:xfrm rot="0">
            <a:off x="1028700" y="5074783"/>
            <a:ext cx="16230600" cy="954405"/>
          </a:xfrm>
          <a:prstGeom prst="rect">
            <a:avLst/>
          </a:prstGeom>
        </p:spPr>
        <p:txBody>
          <a:bodyPr anchor="t" rtlCol="false" tIns="0" lIns="0" bIns="0" rIns="0">
            <a:spAutoFit/>
          </a:bodyPr>
          <a:lstStyle/>
          <a:p>
            <a:pPr algn="l">
              <a:lnSpc>
                <a:spcPts val="7200"/>
              </a:lnSpc>
            </a:pPr>
            <a:r>
              <a:rPr lang="en-US" sz="7200" b="true">
                <a:solidFill>
                  <a:srgbClr val="131313"/>
                </a:solidFill>
                <a:latin typeface="Nourd Bold"/>
                <a:ea typeface="Nourd Bold"/>
                <a:cs typeface="Nourd Bold"/>
                <a:sym typeface="Nourd Bold"/>
              </a:rPr>
              <a:t>Battery &amp; C</a:t>
            </a:r>
            <a:r>
              <a:rPr lang="en-US" b="true" sz="7200">
                <a:solidFill>
                  <a:srgbClr val="131313"/>
                </a:solidFill>
                <a:latin typeface="Nourd Bold"/>
                <a:ea typeface="Nourd Bold"/>
                <a:cs typeface="Nourd Bold"/>
                <a:sym typeface="Nourd Bold"/>
              </a:rPr>
              <a:t>onnectivity</a:t>
            </a:r>
          </a:p>
        </p:txBody>
      </p:sp>
      <p:sp>
        <p:nvSpPr>
          <p:cNvPr name="TextBox 6" id="6"/>
          <p:cNvSpPr txBox="true"/>
          <p:nvPr/>
        </p:nvSpPr>
        <p:spPr>
          <a:xfrm rot="0">
            <a:off x="1028700" y="6305413"/>
            <a:ext cx="16230600" cy="375920"/>
          </a:xfrm>
          <a:prstGeom prst="rect">
            <a:avLst/>
          </a:prstGeom>
        </p:spPr>
        <p:txBody>
          <a:bodyPr anchor="t" rtlCol="false" tIns="0" lIns="0" bIns="0" rIns="0">
            <a:spAutoFit/>
          </a:bodyPr>
          <a:lstStyle/>
          <a:p>
            <a:pPr algn="just">
              <a:lnSpc>
                <a:spcPts val="2799"/>
              </a:lnSpc>
            </a:pPr>
            <a:r>
              <a:rPr lang="en-US" b="true" sz="2799">
                <a:solidFill>
                  <a:srgbClr val="131313"/>
                </a:solidFill>
                <a:latin typeface="Nourd Bold"/>
                <a:ea typeface="Nourd Bold"/>
                <a:cs typeface="Nourd Bold"/>
                <a:sym typeface="Nourd Bold"/>
              </a:rPr>
              <a:t>P</a:t>
            </a:r>
            <a:r>
              <a:rPr lang="en-US" b="true" sz="2799">
                <a:solidFill>
                  <a:srgbClr val="131313"/>
                </a:solidFill>
                <a:latin typeface="Nourd Bold"/>
                <a:ea typeface="Nourd Bold"/>
                <a:cs typeface="Nourd Bold"/>
                <a:sym typeface="Nourd Bold"/>
              </a:rPr>
              <a:t>ower that keeps up.</a:t>
            </a:r>
          </a:p>
        </p:txBody>
      </p:sp>
      <p:sp>
        <p:nvSpPr>
          <p:cNvPr name="TextBox 7" id="7"/>
          <p:cNvSpPr txBox="true"/>
          <p:nvPr/>
        </p:nvSpPr>
        <p:spPr>
          <a:xfrm rot="0">
            <a:off x="1028700" y="7225665"/>
            <a:ext cx="16230600" cy="927735"/>
          </a:xfrm>
          <a:prstGeom prst="rect">
            <a:avLst/>
          </a:prstGeom>
        </p:spPr>
        <p:txBody>
          <a:bodyPr anchor="t" rtlCol="false" tIns="0" lIns="0" bIns="0" rIns="0">
            <a:spAutoFit/>
          </a:bodyPr>
          <a:lstStyle/>
          <a:p>
            <a:pPr algn="just">
              <a:lnSpc>
                <a:spcPts val="2400"/>
              </a:lnSpc>
            </a:pPr>
            <a:r>
              <a:rPr lang="en-US" sz="2400">
                <a:solidFill>
                  <a:srgbClr val="131313"/>
                </a:solidFill>
                <a:latin typeface="Nourd"/>
                <a:ea typeface="Nourd"/>
                <a:cs typeface="Nourd"/>
                <a:sym typeface="Nourd"/>
              </a:rPr>
              <a:t>Lorem ipsum dolor sit amet, consectetur adipiscing elit. In ut dolor ornare, dapibus nisi non, sodales arcu. Quisque nunc ligula, tempus eu ullamcorper vitae, pellentesque et est. Etiam ornare sapien in leo tincidunt, sit amet eleifend elit lobortis. </a:t>
            </a:r>
          </a:p>
        </p:txBody>
      </p:sp>
      <p:sp>
        <p:nvSpPr>
          <p:cNvPr name="TextBox 8" id="8"/>
          <p:cNvSpPr txBox="true"/>
          <p:nvPr/>
        </p:nvSpPr>
        <p:spPr>
          <a:xfrm rot="0">
            <a:off x="1028700" y="8322945"/>
            <a:ext cx="16230600" cy="927735"/>
          </a:xfrm>
          <a:prstGeom prst="rect">
            <a:avLst/>
          </a:prstGeom>
        </p:spPr>
        <p:txBody>
          <a:bodyPr anchor="t" rtlCol="false" tIns="0" lIns="0" bIns="0" rIns="0">
            <a:spAutoFit/>
          </a:bodyPr>
          <a:lstStyle/>
          <a:p>
            <a:pPr algn="just">
              <a:lnSpc>
                <a:spcPts val="2400"/>
              </a:lnSpc>
            </a:pPr>
            <a:r>
              <a:rPr lang="en-US" sz="2400">
                <a:solidFill>
                  <a:srgbClr val="131313"/>
                </a:solidFill>
                <a:latin typeface="Nourd"/>
                <a:ea typeface="Nourd"/>
                <a:cs typeface="Nourd"/>
                <a:sym typeface="Nourd"/>
              </a:rPr>
              <a:t>Lorem ipsum dolor sit amet, consectetur adipiscing elit. In ut dolor ornare, dapibus nisi non, sodales arcu. Quisque nunc ligula, tempus eu ullamcorper vitae, pellentesque et est. Etiam ornare sapien in leo tincidunt, sit amet eleifend elit lobortis. </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EEEBE8"/>
        </a:solidFill>
      </p:bgPr>
    </p:bg>
    <p:spTree>
      <p:nvGrpSpPr>
        <p:cNvPr id="1" name=""/>
        <p:cNvGrpSpPr/>
        <p:nvPr/>
      </p:nvGrpSpPr>
      <p:grpSpPr>
        <a:xfrm>
          <a:off x="0" y="0"/>
          <a:ext cx="0" cy="0"/>
          <a:chOff x="0" y="0"/>
          <a:chExt cx="0" cy="0"/>
        </a:xfrm>
      </p:grpSpPr>
      <p:sp>
        <p:nvSpPr>
          <p:cNvPr name="AutoShape 2" id="2"/>
          <p:cNvSpPr/>
          <p:nvPr/>
        </p:nvSpPr>
        <p:spPr>
          <a:xfrm>
            <a:off x="1028700" y="4731845"/>
            <a:ext cx="10605849" cy="0"/>
          </a:xfrm>
          <a:prstGeom prst="line">
            <a:avLst/>
          </a:prstGeom>
          <a:ln cap="flat" w="38100">
            <a:solidFill>
              <a:srgbClr val="131313"/>
            </a:solidFill>
            <a:prstDash val="solid"/>
            <a:headEnd type="none" len="sm" w="sm"/>
            <a:tailEnd type="none" len="sm" w="sm"/>
          </a:ln>
        </p:spPr>
      </p:sp>
      <p:sp>
        <p:nvSpPr>
          <p:cNvPr name="AutoShape 3" id="3"/>
          <p:cNvSpPr/>
          <p:nvPr/>
        </p:nvSpPr>
        <p:spPr>
          <a:xfrm>
            <a:off x="1028700" y="7160857"/>
            <a:ext cx="10605849" cy="0"/>
          </a:xfrm>
          <a:prstGeom prst="line">
            <a:avLst/>
          </a:prstGeom>
          <a:ln cap="flat" w="38100">
            <a:solidFill>
              <a:srgbClr val="131313"/>
            </a:solidFill>
            <a:prstDash val="solid"/>
            <a:headEnd type="none" len="sm" w="sm"/>
            <a:tailEnd type="none" len="sm" w="sm"/>
          </a:ln>
        </p:spPr>
      </p:sp>
      <p:grpSp>
        <p:nvGrpSpPr>
          <p:cNvPr name="Group 4" id="4"/>
          <p:cNvGrpSpPr/>
          <p:nvPr/>
        </p:nvGrpSpPr>
        <p:grpSpPr>
          <a:xfrm rot="0">
            <a:off x="13388876" y="94348"/>
            <a:ext cx="9770295" cy="9770295"/>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true" flipV="false" rot="0">
            <a:off x="13388876" y="1925191"/>
            <a:ext cx="5289730" cy="6436619"/>
          </a:xfrm>
          <a:custGeom>
            <a:avLst/>
            <a:gdLst/>
            <a:ahLst/>
            <a:cxnLst/>
            <a:rect r="r" b="b" t="t" l="l"/>
            <a:pathLst>
              <a:path h="6436619" w="5289730">
                <a:moveTo>
                  <a:pt x="5289730" y="0"/>
                </a:moveTo>
                <a:lnTo>
                  <a:pt x="0" y="0"/>
                </a:lnTo>
                <a:lnTo>
                  <a:pt x="0" y="6436618"/>
                </a:lnTo>
                <a:lnTo>
                  <a:pt x="5289730" y="6436618"/>
                </a:lnTo>
                <a:lnTo>
                  <a:pt x="528973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8" id="8"/>
          <p:cNvSpPr txBox="true"/>
          <p:nvPr/>
        </p:nvSpPr>
        <p:spPr>
          <a:xfrm rot="0">
            <a:off x="1028700" y="1741208"/>
            <a:ext cx="10605849" cy="1868805"/>
          </a:xfrm>
          <a:prstGeom prst="rect">
            <a:avLst/>
          </a:prstGeom>
        </p:spPr>
        <p:txBody>
          <a:bodyPr anchor="t" rtlCol="false" tIns="0" lIns="0" bIns="0" rIns="0">
            <a:spAutoFit/>
          </a:bodyPr>
          <a:lstStyle/>
          <a:p>
            <a:pPr algn="l">
              <a:lnSpc>
                <a:spcPts val="7200"/>
              </a:lnSpc>
            </a:pPr>
            <a:r>
              <a:rPr lang="en-US" sz="7200" b="true">
                <a:solidFill>
                  <a:srgbClr val="131313"/>
                </a:solidFill>
                <a:latin typeface="Nourd Bold"/>
                <a:ea typeface="Nourd Bold"/>
                <a:cs typeface="Nourd Bold"/>
                <a:sym typeface="Nourd Bold"/>
              </a:rPr>
              <a:t>Ma</a:t>
            </a:r>
            <a:r>
              <a:rPr lang="en-US" b="true" sz="7200">
                <a:solidFill>
                  <a:srgbClr val="131313"/>
                </a:solidFill>
                <a:latin typeface="Nourd Bold"/>
                <a:ea typeface="Nourd Bold"/>
                <a:cs typeface="Nourd Bold"/>
                <a:sym typeface="Nourd Bold"/>
              </a:rPr>
              <a:t>de for everyday listeners.</a:t>
            </a:r>
          </a:p>
        </p:txBody>
      </p:sp>
      <p:sp>
        <p:nvSpPr>
          <p:cNvPr name="TextBox 9" id="9"/>
          <p:cNvSpPr txBox="true"/>
          <p:nvPr/>
        </p:nvSpPr>
        <p:spPr>
          <a:xfrm rot="0">
            <a:off x="1028700" y="5027120"/>
            <a:ext cx="10605849" cy="1232535"/>
          </a:xfrm>
          <a:prstGeom prst="rect">
            <a:avLst/>
          </a:prstGeom>
        </p:spPr>
        <p:txBody>
          <a:bodyPr anchor="t" rtlCol="false" tIns="0" lIns="0" bIns="0" rIns="0">
            <a:spAutoFit/>
          </a:bodyPr>
          <a:lstStyle/>
          <a:p>
            <a:pPr algn="just">
              <a:lnSpc>
                <a:spcPts val="2400"/>
              </a:lnSpc>
            </a:pPr>
            <a:r>
              <a:rPr lang="en-US" sz="2400">
                <a:solidFill>
                  <a:srgbClr val="131313"/>
                </a:solidFill>
                <a:latin typeface="Nourd"/>
                <a:ea typeface="Nourd"/>
                <a:cs typeface="Nourd"/>
                <a:sym typeface="Nourd"/>
              </a:rPr>
              <a:t>Lorem ipsum dolor sit amet, consectetur adipiscing elit. In ut dolor ornare, dapibus nisi non, sodales arcu. Quisque nunc ligula, tempus eu ullamcorper vitae, pellentesque et est. Etiam ornare sapien in leo tincidunt, sit amet eleifend elit lobortis. </a:t>
            </a:r>
          </a:p>
        </p:txBody>
      </p:sp>
      <p:sp>
        <p:nvSpPr>
          <p:cNvPr name="TextBox 10" id="10"/>
          <p:cNvSpPr txBox="true"/>
          <p:nvPr/>
        </p:nvSpPr>
        <p:spPr>
          <a:xfrm rot="0">
            <a:off x="1028700" y="4106868"/>
            <a:ext cx="10605849" cy="375920"/>
          </a:xfrm>
          <a:prstGeom prst="rect">
            <a:avLst/>
          </a:prstGeom>
        </p:spPr>
        <p:txBody>
          <a:bodyPr anchor="t" rtlCol="false" tIns="0" lIns="0" bIns="0" rIns="0">
            <a:spAutoFit/>
          </a:bodyPr>
          <a:lstStyle/>
          <a:p>
            <a:pPr algn="just">
              <a:lnSpc>
                <a:spcPts val="2799"/>
              </a:lnSpc>
            </a:pPr>
            <a:r>
              <a:rPr lang="en-US" b="true" sz="2799">
                <a:solidFill>
                  <a:srgbClr val="131313"/>
                </a:solidFill>
                <a:latin typeface="Nourd Bold"/>
                <a:ea typeface="Nourd Bold"/>
                <a:cs typeface="Nourd Bold"/>
                <a:sym typeface="Nourd Bold"/>
              </a:rPr>
              <a:t>Mad</a:t>
            </a:r>
            <a:r>
              <a:rPr lang="en-US" b="true" sz="2799">
                <a:solidFill>
                  <a:srgbClr val="131313"/>
                </a:solidFill>
                <a:latin typeface="Nourd Bold"/>
                <a:ea typeface="Nourd Bold"/>
                <a:cs typeface="Nourd Bold"/>
                <a:sym typeface="Nourd Bold"/>
              </a:rPr>
              <a:t>e for everyday listeners</a:t>
            </a:r>
          </a:p>
        </p:txBody>
      </p:sp>
      <p:sp>
        <p:nvSpPr>
          <p:cNvPr name="TextBox 11" id="11"/>
          <p:cNvSpPr txBox="true"/>
          <p:nvPr/>
        </p:nvSpPr>
        <p:spPr>
          <a:xfrm rot="0">
            <a:off x="1028700" y="7456132"/>
            <a:ext cx="10605849" cy="1232535"/>
          </a:xfrm>
          <a:prstGeom prst="rect">
            <a:avLst/>
          </a:prstGeom>
        </p:spPr>
        <p:txBody>
          <a:bodyPr anchor="t" rtlCol="false" tIns="0" lIns="0" bIns="0" rIns="0">
            <a:spAutoFit/>
          </a:bodyPr>
          <a:lstStyle/>
          <a:p>
            <a:pPr algn="just">
              <a:lnSpc>
                <a:spcPts val="2400"/>
              </a:lnSpc>
            </a:pPr>
            <a:r>
              <a:rPr lang="en-US" sz="2400">
                <a:solidFill>
                  <a:srgbClr val="131313"/>
                </a:solidFill>
                <a:latin typeface="Nourd"/>
                <a:ea typeface="Nourd"/>
                <a:cs typeface="Nourd"/>
                <a:sym typeface="Nourd"/>
              </a:rPr>
              <a:t>Lorem ipsum dolor sit amet, consectetur adipiscing elit. In ut dolor ornare, dapibus nisi non, sodales arcu. Quisque nunc ligula, tempus eu ullamcorper vitae, pellentesque et est. Etiam ornare sapien in leo tincidunt, sit amet eleifend elit lobortis. </a:t>
            </a:r>
          </a:p>
        </p:txBody>
      </p:sp>
      <p:sp>
        <p:nvSpPr>
          <p:cNvPr name="TextBox 12" id="12"/>
          <p:cNvSpPr txBox="true"/>
          <p:nvPr/>
        </p:nvSpPr>
        <p:spPr>
          <a:xfrm rot="0">
            <a:off x="1028700" y="6535880"/>
            <a:ext cx="10605849" cy="375920"/>
          </a:xfrm>
          <a:prstGeom prst="rect">
            <a:avLst/>
          </a:prstGeom>
        </p:spPr>
        <p:txBody>
          <a:bodyPr anchor="t" rtlCol="false" tIns="0" lIns="0" bIns="0" rIns="0">
            <a:spAutoFit/>
          </a:bodyPr>
          <a:lstStyle/>
          <a:p>
            <a:pPr algn="just">
              <a:lnSpc>
                <a:spcPts val="2799"/>
              </a:lnSpc>
            </a:pPr>
            <a:r>
              <a:rPr lang="en-US" b="true" sz="2799">
                <a:solidFill>
                  <a:srgbClr val="131313"/>
                </a:solidFill>
                <a:latin typeface="Nourd Bold"/>
                <a:ea typeface="Nourd Bold"/>
                <a:cs typeface="Nourd Bold"/>
                <a:sym typeface="Nourd Bold"/>
              </a:rPr>
              <a:t>Stud</a:t>
            </a:r>
            <a:r>
              <a:rPr lang="en-US" b="true" sz="2799">
                <a:solidFill>
                  <a:srgbClr val="131313"/>
                </a:solidFill>
                <a:latin typeface="Nourd Bold"/>
                <a:ea typeface="Nourd Bold"/>
                <a:cs typeface="Nourd Bold"/>
                <a:sym typeface="Nourd Bold"/>
              </a:rPr>
              <a:t>ents &amp; professionals</a:t>
            </a:r>
          </a:p>
        </p:txBody>
      </p:sp>
    </p:spTree>
  </p:cSld>
  <p:clrMapOvr>
    <a:masterClrMapping/>
  </p:clrMapOvr>
</p:sld>
</file>

<file path=ppt/slides/slide23.xml><?xml version="1.0" encoding="utf-8"?>
<p:sld xmlns:p="http://schemas.openxmlformats.org/presentationml/2006/main" xmlns:a="http://schemas.openxmlformats.org/drawingml/2006/main">
  <p:cSld>
    <p:bg>
      <p:bgPr>
        <a:solidFill>
          <a:srgbClr val="EEEBE8"/>
        </a:solidFill>
      </p:bgPr>
    </p:bg>
    <p:spTree>
      <p:nvGrpSpPr>
        <p:cNvPr id="1" name=""/>
        <p:cNvGrpSpPr/>
        <p:nvPr/>
      </p:nvGrpSpPr>
      <p:grpSpPr>
        <a:xfrm>
          <a:off x="0" y="0"/>
          <a:ext cx="0" cy="0"/>
          <a:chOff x="0" y="0"/>
          <a:chExt cx="0" cy="0"/>
        </a:xfrm>
      </p:grpSpPr>
      <p:sp>
        <p:nvSpPr>
          <p:cNvPr name="TextBox 2" id="2"/>
          <p:cNvSpPr txBox="true"/>
          <p:nvPr/>
        </p:nvSpPr>
        <p:spPr>
          <a:xfrm rot="0">
            <a:off x="1067836" y="3048768"/>
            <a:ext cx="5070078" cy="2477135"/>
          </a:xfrm>
          <a:prstGeom prst="rect">
            <a:avLst/>
          </a:prstGeom>
        </p:spPr>
        <p:txBody>
          <a:bodyPr anchor="t" rtlCol="false" tIns="0" lIns="0" bIns="0" rIns="0">
            <a:spAutoFit/>
          </a:bodyPr>
          <a:lstStyle/>
          <a:p>
            <a:pPr algn="l">
              <a:lnSpc>
                <a:spcPts val="6399"/>
              </a:lnSpc>
            </a:pPr>
            <a:r>
              <a:rPr lang="en-US" sz="6399" b="true">
                <a:solidFill>
                  <a:srgbClr val="131313"/>
                </a:solidFill>
                <a:latin typeface="Nourd Bold"/>
                <a:ea typeface="Nourd Bold"/>
                <a:cs typeface="Nourd Bold"/>
                <a:sym typeface="Nourd Bold"/>
              </a:rPr>
              <a:t>Premi</a:t>
            </a:r>
            <a:r>
              <a:rPr lang="en-US" b="true" sz="6399">
                <a:solidFill>
                  <a:srgbClr val="131313"/>
                </a:solidFill>
                <a:latin typeface="Nourd Bold"/>
                <a:ea typeface="Nourd Bold"/>
                <a:cs typeface="Nourd Bold"/>
                <a:sym typeface="Nourd Bold"/>
              </a:rPr>
              <a:t>um features at a fair price.</a:t>
            </a:r>
          </a:p>
        </p:txBody>
      </p:sp>
      <p:sp>
        <p:nvSpPr>
          <p:cNvPr name="TextBox 3" id="3"/>
          <p:cNvSpPr txBox="true"/>
          <p:nvPr/>
        </p:nvSpPr>
        <p:spPr>
          <a:xfrm rot="0">
            <a:off x="6629436" y="3048768"/>
            <a:ext cx="5070078" cy="2477135"/>
          </a:xfrm>
          <a:prstGeom prst="rect">
            <a:avLst/>
          </a:prstGeom>
        </p:spPr>
        <p:txBody>
          <a:bodyPr anchor="t" rtlCol="false" tIns="0" lIns="0" bIns="0" rIns="0">
            <a:spAutoFit/>
          </a:bodyPr>
          <a:lstStyle/>
          <a:p>
            <a:pPr algn="l">
              <a:lnSpc>
                <a:spcPts val="6399"/>
              </a:lnSpc>
            </a:pPr>
            <a:r>
              <a:rPr lang="en-US" sz="6399" b="true">
                <a:solidFill>
                  <a:srgbClr val="131313"/>
                </a:solidFill>
                <a:latin typeface="Nourd Bold"/>
                <a:ea typeface="Nourd Bold"/>
                <a:cs typeface="Nourd Bold"/>
                <a:sym typeface="Nourd Bold"/>
              </a:rPr>
              <a:t>Superior co</a:t>
            </a:r>
            <a:r>
              <a:rPr lang="en-US" b="true" sz="6399">
                <a:solidFill>
                  <a:srgbClr val="131313"/>
                </a:solidFill>
                <a:latin typeface="Nourd Bold"/>
                <a:ea typeface="Nourd Bold"/>
                <a:cs typeface="Nourd Bold"/>
                <a:sym typeface="Nourd Bold"/>
              </a:rPr>
              <a:t>mfort compared.</a:t>
            </a:r>
          </a:p>
        </p:txBody>
      </p:sp>
      <p:sp>
        <p:nvSpPr>
          <p:cNvPr name="TextBox 4" id="4"/>
          <p:cNvSpPr txBox="true"/>
          <p:nvPr/>
        </p:nvSpPr>
        <p:spPr>
          <a:xfrm rot="0">
            <a:off x="12189222" y="3048768"/>
            <a:ext cx="5070078" cy="2477135"/>
          </a:xfrm>
          <a:prstGeom prst="rect">
            <a:avLst/>
          </a:prstGeom>
        </p:spPr>
        <p:txBody>
          <a:bodyPr anchor="t" rtlCol="false" tIns="0" lIns="0" bIns="0" rIns="0">
            <a:spAutoFit/>
          </a:bodyPr>
          <a:lstStyle/>
          <a:p>
            <a:pPr algn="l">
              <a:lnSpc>
                <a:spcPts val="6399"/>
              </a:lnSpc>
            </a:pPr>
            <a:r>
              <a:rPr lang="en-US" sz="6399" b="true">
                <a:solidFill>
                  <a:srgbClr val="131313"/>
                </a:solidFill>
                <a:latin typeface="Nourd Bold"/>
                <a:ea typeface="Nourd Bold"/>
                <a:cs typeface="Nourd Bold"/>
                <a:sym typeface="Nourd Bold"/>
              </a:rPr>
              <a:t>Designed</a:t>
            </a:r>
            <a:r>
              <a:rPr lang="en-US" b="true" sz="6399">
                <a:solidFill>
                  <a:srgbClr val="131313"/>
                </a:solidFill>
                <a:latin typeface="Nourd Bold"/>
                <a:ea typeface="Nourd Bold"/>
                <a:cs typeface="Nourd Bold"/>
                <a:sym typeface="Nourd Bold"/>
              </a:rPr>
              <a:t> for real-world use.</a:t>
            </a:r>
          </a:p>
        </p:txBody>
      </p:sp>
      <p:sp>
        <p:nvSpPr>
          <p:cNvPr name="TextBox 5" id="5"/>
          <p:cNvSpPr txBox="true"/>
          <p:nvPr/>
        </p:nvSpPr>
        <p:spPr>
          <a:xfrm rot="0">
            <a:off x="1028700" y="5893250"/>
            <a:ext cx="5109214" cy="2451735"/>
          </a:xfrm>
          <a:prstGeom prst="rect">
            <a:avLst/>
          </a:prstGeom>
        </p:spPr>
        <p:txBody>
          <a:bodyPr anchor="t" rtlCol="false" tIns="0" lIns="0" bIns="0" rIns="0">
            <a:spAutoFit/>
          </a:bodyPr>
          <a:lstStyle/>
          <a:p>
            <a:pPr algn="just">
              <a:lnSpc>
                <a:spcPts val="2400"/>
              </a:lnSpc>
            </a:pPr>
            <a:r>
              <a:rPr lang="en-US" sz="2400">
                <a:solidFill>
                  <a:srgbClr val="131313"/>
                </a:solidFill>
                <a:latin typeface="Nourd"/>
                <a:ea typeface="Nourd"/>
                <a:cs typeface="Nourd"/>
                <a:sym typeface="Nourd"/>
              </a:rPr>
              <a:t>Lorem ipsum dolor sit amet, consectetur adipiscing elit. In ut dolor ornare, dapibus nisi non, sodales arcu. Quisque nunc ligula, tempus eu ullamcorper vitae, pellentesque et est. Etiam ornare sapien in leo tincidunt, sit amet eleifend elit lobortis. </a:t>
            </a:r>
          </a:p>
        </p:txBody>
      </p:sp>
      <p:sp>
        <p:nvSpPr>
          <p:cNvPr name="TextBox 6" id="6"/>
          <p:cNvSpPr txBox="true"/>
          <p:nvPr/>
        </p:nvSpPr>
        <p:spPr>
          <a:xfrm rot="0">
            <a:off x="6629436" y="5893250"/>
            <a:ext cx="5109214" cy="2451735"/>
          </a:xfrm>
          <a:prstGeom prst="rect">
            <a:avLst/>
          </a:prstGeom>
        </p:spPr>
        <p:txBody>
          <a:bodyPr anchor="t" rtlCol="false" tIns="0" lIns="0" bIns="0" rIns="0">
            <a:spAutoFit/>
          </a:bodyPr>
          <a:lstStyle/>
          <a:p>
            <a:pPr algn="just">
              <a:lnSpc>
                <a:spcPts val="2400"/>
              </a:lnSpc>
            </a:pPr>
            <a:r>
              <a:rPr lang="en-US" sz="2400">
                <a:solidFill>
                  <a:srgbClr val="131313"/>
                </a:solidFill>
                <a:latin typeface="Nourd"/>
                <a:ea typeface="Nourd"/>
                <a:cs typeface="Nourd"/>
                <a:sym typeface="Nourd"/>
              </a:rPr>
              <a:t>Lorem ipsum dolor sit amet, consectetur adipiscing elit. In ut dolor ornare, dapibus nisi non, sodales arcu. Quisque nunc ligula, tempus eu ullamcorper vitae, pellentesque et est. Etiam ornare sapien in leo tincidunt, sit amet eleifend elit lobortis. </a:t>
            </a:r>
          </a:p>
        </p:txBody>
      </p:sp>
      <p:sp>
        <p:nvSpPr>
          <p:cNvPr name="TextBox 7" id="7"/>
          <p:cNvSpPr txBox="true"/>
          <p:nvPr/>
        </p:nvSpPr>
        <p:spPr>
          <a:xfrm rot="0">
            <a:off x="12189222" y="5893250"/>
            <a:ext cx="5109214" cy="2451735"/>
          </a:xfrm>
          <a:prstGeom prst="rect">
            <a:avLst/>
          </a:prstGeom>
        </p:spPr>
        <p:txBody>
          <a:bodyPr anchor="t" rtlCol="false" tIns="0" lIns="0" bIns="0" rIns="0">
            <a:spAutoFit/>
          </a:bodyPr>
          <a:lstStyle/>
          <a:p>
            <a:pPr algn="just">
              <a:lnSpc>
                <a:spcPts val="2400"/>
              </a:lnSpc>
            </a:pPr>
            <a:r>
              <a:rPr lang="en-US" sz="2400">
                <a:solidFill>
                  <a:srgbClr val="131313"/>
                </a:solidFill>
                <a:latin typeface="Nourd"/>
                <a:ea typeface="Nourd"/>
                <a:cs typeface="Nourd"/>
                <a:sym typeface="Nourd"/>
              </a:rPr>
              <a:t>Lorem ipsum dolor sit amet, consectetur adipiscing elit. In ut dolor ornare, dapibus nisi non, sodales arcu. Quisque nunc ligula, tempus eu ullamcorper vitae, pellentesque et est. Etiam ornare sapien in leo tincidunt, sit amet eleifend elit lobortis. </a:t>
            </a:r>
          </a:p>
        </p:txBody>
      </p:sp>
      <p:grpSp>
        <p:nvGrpSpPr>
          <p:cNvPr name="Group 8" id="8"/>
          <p:cNvGrpSpPr/>
          <p:nvPr/>
        </p:nvGrpSpPr>
        <p:grpSpPr>
          <a:xfrm rot="0">
            <a:off x="0" y="-7456004"/>
            <a:ext cx="18288000" cy="9770295"/>
            <a:chOff x="0" y="0"/>
            <a:chExt cx="1521396" cy="812800"/>
          </a:xfrm>
        </p:grpSpPr>
        <p:sp>
          <p:nvSpPr>
            <p:cNvPr name="Freeform 9" id="9"/>
            <p:cNvSpPr/>
            <p:nvPr/>
          </p:nvSpPr>
          <p:spPr>
            <a:xfrm flipH="false" flipV="false" rot="0">
              <a:off x="0" y="0"/>
              <a:ext cx="1521396" cy="812800"/>
            </a:xfrm>
            <a:custGeom>
              <a:avLst/>
              <a:gdLst/>
              <a:ahLst/>
              <a:cxnLst/>
              <a:rect r="r" b="b" t="t" l="l"/>
              <a:pathLst>
                <a:path h="812800" w="1521396">
                  <a:moveTo>
                    <a:pt x="760698" y="0"/>
                  </a:moveTo>
                  <a:cubicBezTo>
                    <a:pt x="340576" y="0"/>
                    <a:pt x="0" y="181951"/>
                    <a:pt x="0" y="406400"/>
                  </a:cubicBezTo>
                  <a:cubicBezTo>
                    <a:pt x="0" y="630849"/>
                    <a:pt x="340576" y="812800"/>
                    <a:pt x="760698" y="812800"/>
                  </a:cubicBezTo>
                  <a:cubicBezTo>
                    <a:pt x="1180820" y="812800"/>
                    <a:pt x="1521396" y="630849"/>
                    <a:pt x="1521396" y="406400"/>
                  </a:cubicBezTo>
                  <a:cubicBezTo>
                    <a:pt x="1521396" y="181951"/>
                    <a:pt x="1180820" y="0"/>
                    <a:pt x="760698" y="0"/>
                  </a:cubicBezTo>
                  <a:close/>
                </a:path>
              </a:pathLst>
            </a:custGeom>
            <a:solidFill>
              <a:srgbClr val="FFFFFF"/>
            </a:solidFill>
          </p:spPr>
        </p:sp>
        <p:sp>
          <p:nvSpPr>
            <p:cNvPr name="TextBox 10" id="10"/>
            <p:cNvSpPr txBox="true"/>
            <p:nvPr/>
          </p:nvSpPr>
          <p:spPr>
            <a:xfrm>
              <a:off x="142631" y="38100"/>
              <a:ext cx="1236134" cy="698500"/>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131313"/>
        </a:solidFill>
      </p:bgPr>
    </p:bg>
    <p:spTree>
      <p:nvGrpSpPr>
        <p:cNvPr id="1" name=""/>
        <p:cNvGrpSpPr/>
        <p:nvPr/>
      </p:nvGrpSpPr>
      <p:grpSpPr>
        <a:xfrm>
          <a:off x="0" y="0"/>
          <a:ext cx="0" cy="0"/>
          <a:chOff x="0" y="0"/>
          <a:chExt cx="0" cy="0"/>
        </a:xfrm>
      </p:grpSpPr>
      <p:sp>
        <p:nvSpPr>
          <p:cNvPr name="AutoShape 2" id="2"/>
          <p:cNvSpPr/>
          <p:nvPr/>
        </p:nvSpPr>
        <p:spPr>
          <a:xfrm>
            <a:off x="9144000" y="3063240"/>
            <a:ext cx="8115300" cy="0"/>
          </a:xfrm>
          <a:prstGeom prst="line">
            <a:avLst/>
          </a:prstGeom>
          <a:ln cap="flat" w="38100">
            <a:solidFill>
              <a:srgbClr val="FFFFFF"/>
            </a:solidFill>
            <a:prstDash val="solid"/>
            <a:headEnd type="none" len="sm" w="sm"/>
            <a:tailEnd type="none" len="sm" w="sm"/>
          </a:ln>
        </p:spPr>
      </p:sp>
      <p:sp>
        <p:nvSpPr>
          <p:cNvPr name="AutoShape 3" id="3"/>
          <p:cNvSpPr/>
          <p:nvPr/>
        </p:nvSpPr>
        <p:spPr>
          <a:xfrm>
            <a:off x="9144000" y="6063752"/>
            <a:ext cx="8115300" cy="0"/>
          </a:xfrm>
          <a:prstGeom prst="line">
            <a:avLst/>
          </a:prstGeom>
          <a:ln cap="flat" w="38100">
            <a:solidFill>
              <a:srgbClr val="FFFFFF"/>
            </a:solidFill>
            <a:prstDash val="solid"/>
            <a:headEnd type="none" len="sm" w="sm"/>
            <a:tailEnd type="none" len="sm" w="sm"/>
          </a:ln>
        </p:spPr>
      </p:sp>
      <p:grpSp>
        <p:nvGrpSpPr>
          <p:cNvPr name="Group 4" id="4"/>
          <p:cNvGrpSpPr/>
          <p:nvPr/>
        </p:nvGrpSpPr>
        <p:grpSpPr>
          <a:xfrm rot="0">
            <a:off x="-2145286" y="5391150"/>
            <a:ext cx="8769621" cy="8769621"/>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1C1C"/>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1028700" y="5152278"/>
            <a:ext cx="7295134" cy="2744084"/>
            <a:chOff x="0" y="0"/>
            <a:chExt cx="9726845" cy="3658779"/>
          </a:xfrm>
        </p:grpSpPr>
        <p:pic>
          <p:nvPicPr>
            <p:cNvPr name="Picture 8" id="8"/>
            <p:cNvPicPr>
              <a:picLocks noChangeAspect="true"/>
            </p:cNvPicPr>
            <p:nvPr/>
          </p:nvPicPr>
          <p:blipFill>
            <a:blip r:embed="rId2"/>
            <a:srcRect l="0" t="427" r="0" b="42891"/>
            <a:stretch>
              <a:fillRect/>
            </a:stretch>
          </p:blipFill>
          <p:spPr>
            <a:xfrm flipH="false" flipV="false">
              <a:off x="0" y="0"/>
              <a:ext cx="9726845" cy="3658779"/>
            </a:xfrm>
            <a:prstGeom prst="rect">
              <a:avLst/>
            </a:prstGeom>
          </p:spPr>
        </p:pic>
      </p:grpSp>
      <p:sp>
        <p:nvSpPr>
          <p:cNvPr name="TextBox 9" id="9"/>
          <p:cNvSpPr txBox="true"/>
          <p:nvPr/>
        </p:nvSpPr>
        <p:spPr>
          <a:xfrm rot="0">
            <a:off x="1028700" y="2533513"/>
            <a:ext cx="7295134" cy="1868805"/>
          </a:xfrm>
          <a:prstGeom prst="rect">
            <a:avLst/>
          </a:prstGeom>
        </p:spPr>
        <p:txBody>
          <a:bodyPr anchor="t" rtlCol="false" tIns="0" lIns="0" bIns="0" rIns="0">
            <a:spAutoFit/>
          </a:bodyPr>
          <a:lstStyle/>
          <a:p>
            <a:pPr algn="l">
              <a:lnSpc>
                <a:spcPts val="7200"/>
              </a:lnSpc>
            </a:pPr>
            <a:r>
              <a:rPr lang="en-US" sz="7200" b="true">
                <a:solidFill>
                  <a:srgbClr val="EEEBE8"/>
                </a:solidFill>
                <a:latin typeface="Nourd Bold"/>
                <a:ea typeface="Nourd Bold"/>
                <a:cs typeface="Nourd Bold"/>
                <a:sym typeface="Nourd Bold"/>
              </a:rPr>
              <a:t>Tr</a:t>
            </a:r>
            <a:r>
              <a:rPr lang="en-US" b="true" sz="7200">
                <a:solidFill>
                  <a:srgbClr val="EEEBE8"/>
                </a:solidFill>
                <a:latin typeface="Nourd Bold"/>
                <a:ea typeface="Nourd Bold"/>
                <a:cs typeface="Nourd Bold"/>
                <a:sym typeface="Nourd Bold"/>
              </a:rPr>
              <a:t>usted by users.</a:t>
            </a:r>
          </a:p>
        </p:txBody>
      </p:sp>
      <p:sp>
        <p:nvSpPr>
          <p:cNvPr name="TextBox 10" id="10"/>
          <p:cNvSpPr txBox="true"/>
          <p:nvPr/>
        </p:nvSpPr>
        <p:spPr>
          <a:xfrm rot="0">
            <a:off x="9144000" y="3358515"/>
            <a:ext cx="8115300" cy="1537335"/>
          </a:xfrm>
          <a:prstGeom prst="rect">
            <a:avLst/>
          </a:prstGeom>
        </p:spPr>
        <p:txBody>
          <a:bodyPr anchor="t" rtlCol="false" tIns="0" lIns="0" bIns="0" rIns="0">
            <a:spAutoFit/>
          </a:bodyPr>
          <a:lstStyle/>
          <a:p>
            <a:pPr algn="just">
              <a:lnSpc>
                <a:spcPts val="2400"/>
              </a:lnSpc>
            </a:pPr>
            <a:r>
              <a:rPr lang="en-US" sz="2400">
                <a:solidFill>
                  <a:srgbClr val="F4F5F0"/>
                </a:solidFill>
                <a:latin typeface="Nourd"/>
                <a:ea typeface="Nourd"/>
                <a:cs typeface="Nourd"/>
                <a:sym typeface="Nourd"/>
              </a:rPr>
              <a:t>Lorem ipsum dolor sit amet, consectetur adipiscing elit. In ut dolor ornare, dapibus nisi non, sodales arcu. Quisque nunc ligula, tempus eu ullamcorper vitae, pellentesque et est. Etiam ornare sapien in leo tincidunt, sit amet eleifend elit lobortis. </a:t>
            </a:r>
          </a:p>
        </p:txBody>
      </p:sp>
      <p:sp>
        <p:nvSpPr>
          <p:cNvPr name="TextBox 11" id="11"/>
          <p:cNvSpPr txBox="true"/>
          <p:nvPr/>
        </p:nvSpPr>
        <p:spPr>
          <a:xfrm rot="0">
            <a:off x="9144000" y="2438263"/>
            <a:ext cx="8115300" cy="375920"/>
          </a:xfrm>
          <a:prstGeom prst="rect">
            <a:avLst/>
          </a:prstGeom>
        </p:spPr>
        <p:txBody>
          <a:bodyPr anchor="t" rtlCol="false" tIns="0" lIns="0" bIns="0" rIns="0">
            <a:spAutoFit/>
          </a:bodyPr>
          <a:lstStyle/>
          <a:p>
            <a:pPr algn="just">
              <a:lnSpc>
                <a:spcPts val="2799"/>
              </a:lnSpc>
            </a:pPr>
            <a:r>
              <a:rPr lang="en-US" b="true" sz="2799">
                <a:solidFill>
                  <a:srgbClr val="F4F5F0"/>
                </a:solidFill>
                <a:latin typeface="Nourd Bold"/>
                <a:ea typeface="Nourd Bold"/>
                <a:cs typeface="Nourd Bold"/>
                <a:sym typeface="Nourd Bold"/>
              </a:rPr>
              <a:t>P</a:t>
            </a:r>
            <a:r>
              <a:rPr lang="en-US" b="true" sz="2799">
                <a:solidFill>
                  <a:srgbClr val="F4F5F0"/>
                </a:solidFill>
                <a:latin typeface="Nourd Bold"/>
                <a:ea typeface="Nourd Bold"/>
                <a:cs typeface="Nourd Bold"/>
                <a:sym typeface="Nourd Bold"/>
              </a:rPr>
              <a:t>ositive early reviews</a:t>
            </a:r>
          </a:p>
        </p:txBody>
      </p:sp>
      <p:sp>
        <p:nvSpPr>
          <p:cNvPr name="TextBox 12" id="12"/>
          <p:cNvSpPr txBox="true"/>
          <p:nvPr/>
        </p:nvSpPr>
        <p:spPr>
          <a:xfrm rot="0">
            <a:off x="9144000" y="6359027"/>
            <a:ext cx="8115300" cy="1537335"/>
          </a:xfrm>
          <a:prstGeom prst="rect">
            <a:avLst/>
          </a:prstGeom>
        </p:spPr>
        <p:txBody>
          <a:bodyPr anchor="t" rtlCol="false" tIns="0" lIns="0" bIns="0" rIns="0">
            <a:spAutoFit/>
          </a:bodyPr>
          <a:lstStyle/>
          <a:p>
            <a:pPr algn="just">
              <a:lnSpc>
                <a:spcPts val="2400"/>
              </a:lnSpc>
            </a:pPr>
            <a:r>
              <a:rPr lang="en-US" sz="2400">
                <a:solidFill>
                  <a:srgbClr val="F4F5F0"/>
                </a:solidFill>
                <a:latin typeface="Nourd"/>
                <a:ea typeface="Nourd"/>
                <a:cs typeface="Nourd"/>
                <a:sym typeface="Nourd"/>
              </a:rPr>
              <a:t>Lorem ipsum dolor sit amet, consectetur adipiscing elit. In ut dolor ornare, dapibus nisi non, sodales arcu. Quisque nunc ligula, tempus eu ullamcorper vitae, pellentesque et est. Etiam ornare sapien in leo tincidunt, sit amet eleifend elit lobortis. </a:t>
            </a:r>
          </a:p>
        </p:txBody>
      </p:sp>
      <p:sp>
        <p:nvSpPr>
          <p:cNvPr name="TextBox 13" id="13"/>
          <p:cNvSpPr txBox="true"/>
          <p:nvPr/>
        </p:nvSpPr>
        <p:spPr>
          <a:xfrm rot="0">
            <a:off x="9144000" y="5438775"/>
            <a:ext cx="8115300" cy="375920"/>
          </a:xfrm>
          <a:prstGeom prst="rect">
            <a:avLst/>
          </a:prstGeom>
        </p:spPr>
        <p:txBody>
          <a:bodyPr anchor="t" rtlCol="false" tIns="0" lIns="0" bIns="0" rIns="0">
            <a:spAutoFit/>
          </a:bodyPr>
          <a:lstStyle/>
          <a:p>
            <a:pPr algn="just">
              <a:lnSpc>
                <a:spcPts val="2799"/>
              </a:lnSpc>
            </a:pPr>
            <a:r>
              <a:rPr lang="en-US" b="true" sz="2799">
                <a:solidFill>
                  <a:srgbClr val="F4F5F0"/>
                </a:solidFill>
                <a:latin typeface="Nourd Bold"/>
                <a:ea typeface="Nourd Bold"/>
                <a:cs typeface="Nourd Bold"/>
                <a:sym typeface="Nourd Bold"/>
              </a:rPr>
              <a:t>Te</a:t>
            </a:r>
            <a:r>
              <a:rPr lang="en-US" b="true" sz="2799">
                <a:solidFill>
                  <a:srgbClr val="F4F5F0"/>
                </a:solidFill>
                <a:latin typeface="Nourd Bold"/>
                <a:ea typeface="Nourd Bold"/>
                <a:cs typeface="Nourd Bold"/>
                <a:sym typeface="Nourd Bold"/>
              </a:rPr>
              <a:t>sted for durability and performance</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131313"/>
        </a:solidFill>
      </p:bgPr>
    </p:bg>
    <p:spTree>
      <p:nvGrpSpPr>
        <p:cNvPr id="1" name=""/>
        <p:cNvGrpSpPr/>
        <p:nvPr/>
      </p:nvGrpSpPr>
      <p:grpSpPr>
        <a:xfrm>
          <a:off x="0" y="0"/>
          <a:ext cx="0" cy="0"/>
          <a:chOff x="0" y="0"/>
          <a:chExt cx="0" cy="0"/>
        </a:xfrm>
      </p:grpSpPr>
      <p:grpSp>
        <p:nvGrpSpPr>
          <p:cNvPr name="Group 2" id="2"/>
          <p:cNvGrpSpPr/>
          <p:nvPr/>
        </p:nvGrpSpPr>
        <p:grpSpPr>
          <a:xfrm rot="0">
            <a:off x="-3829177" y="571245"/>
            <a:ext cx="9715755" cy="971575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1C1C"/>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2972943" y="1028700"/>
            <a:ext cx="8003286" cy="8229600"/>
          </a:xfrm>
          <a:custGeom>
            <a:avLst/>
            <a:gdLst/>
            <a:ahLst/>
            <a:cxnLst/>
            <a:rect r="r" b="b" t="t" l="l"/>
            <a:pathLst>
              <a:path h="8229600" w="8003286">
                <a:moveTo>
                  <a:pt x="0" y="0"/>
                </a:moveTo>
                <a:lnTo>
                  <a:pt x="8003286" y="0"/>
                </a:lnTo>
                <a:lnTo>
                  <a:pt x="8003286" y="8229600"/>
                </a:lnTo>
                <a:lnTo>
                  <a:pt x="0" y="8229600"/>
                </a:lnTo>
                <a:lnTo>
                  <a:pt x="0" y="0"/>
                </a:lnTo>
                <a:close/>
              </a:path>
            </a:pathLst>
          </a:custGeom>
          <a:blipFill>
            <a:blip r:embed="rId2"/>
            <a:stretch>
              <a:fillRect l="0" t="0" r="0" b="0"/>
            </a:stretch>
          </a:blipFill>
        </p:spPr>
      </p:sp>
      <p:sp>
        <p:nvSpPr>
          <p:cNvPr name="TextBox 6" id="6"/>
          <p:cNvSpPr txBox="true"/>
          <p:nvPr/>
        </p:nvSpPr>
        <p:spPr>
          <a:xfrm rot="0">
            <a:off x="6884507" y="2171700"/>
            <a:ext cx="10374793" cy="6172200"/>
          </a:xfrm>
          <a:prstGeom prst="rect">
            <a:avLst/>
          </a:prstGeom>
        </p:spPr>
        <p:txBody>
          <a:bodyPr anchor="t" rtlCol="false" tIns="0" lIns="0" bIns="0" rIns="0">
            <a:spAutoFit/>
          </a:bodyPr>
          <a:lstStyle/>
          <a:p>
            <a:pPr algn="l">
              <a:lnSpc>
                <a:spcPts val="12000"/>
              </a:lnSpc>
            </a:pPr>
            <a:r>
              <a:rPr lang="en-US" sz="12000" b="true">
                <a:solidFill>
                  <a:srgbClr val="EEEBE8"/>
                </a:solidFill>
                <a:latin typeface="Nourd Bold"/>
                <a:ea typeface="Nourd Bold"/>
                <a:cs typeface="Nourd Bold"/>
                <a:sym typeface="Nourd Bold"/>
              </a:rPr>
              <a:t>Upgrade y</a:t>
            </a:r>
            <a:r>
              <a:rPr lang="en-US" b="true" sz="12000">
                <a:solidFill>
                  <a:srgbClr val="EEEBE8"/>
                </a:solidFill>
                <a:latin typeface="Nourd Bold"/>
                <a:ea typeface="Nourd Bold"/>
                <a:cs typeface="Nourd Bold"/>
                <a:sym typeface="Nourd Bold"/>
              </a:rPr>
              <a:t>our listening experience.</a:t>
            </a:r>
          </a:p>
        </p:txBody>
      </p:sp>
    </p:spTree>
  </p:cSld>
  <p:clrMapOvr>
    <a:masterClrMapping/>
  </p:clrMapOvr>
</p:sld>
</file>

<file path=ppt/slides/slide26.xml><?xml version="1.0" encoding="utf-8"?>
<p:sld xmlns:p="http://schemas.openxmlformats.org/presentationml/2006/main" xmlns:a="http://schemas.openxmlformats.org/drawingml/2006/main">
  <p:cSld>
    <p:bg>
      <p:bgPr>
        <a:solidFill>
          <a:srgbClr val="131313"/>
        </a:solidFill>
      </p:bgPr>
    </p:bg>
    <p:spTree>
      <p:nvGrpSpPr>
        <p:cNvPr id="1" name=""/>
        <p:cNvGrpSpPr/>
        <p:nvPr/>
      </p:nvGrpSpPr>
      <p:grpSpPr>
        <a:xfrm>
          <a:off x="0" y="0"/>
          <a:ext cx="0" cy="0"/>
          <a:chOff x="0" y="0"/>
          <a:chExt cx="0" cy="0"/>
        </a:xfrm>
      </p:grpSpPr>
      <p:grpSp>
        <p:nvGrpSpPr>
          <p:cNvPr name="Group 2" id="2"/>
          <p:cNvGrpSpPr/>
          <p:nvPr/>
        </p:nvGrpSpPr>
        <p:grpSpPr>
          <a:xfrm rot="0">
            <a:off x="2207513" y="4632539"/>
            <a:ext cx="13872975" cy="1387297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1C1C"/>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1558902" y="3239770"/>
            <a:ext cx="14902710" cy="4007486"/>
          </a:xfrm>
          <a:prstGeom prst="rect">
            <a:avLst/>
          </a:prstGeom>
        </p:spPr>
        <p:txBody>
          <a:bodyPr anchor="t" rtlCol="false" tIns="0" lIns="0" bIns="0" rIns="0">
            <a:spAutoFit/>
          </a:bodyPr>
          <a:lstStyle/>
          <a:p>
            <a:pPr algn="ctr">
              <a:lnSpc>
                <a:spcPts val="10400"/>
              </a:lnSpc>
            </a:pPr>
            <a:r>
              <a:rPr lang="en-US" b="true" sz="10400">
                <a:solidFill>
                  <a:srgbClr val="EEEBE8"/>
                </a:solidFill>
                <a:latin typeface="Nourd Bold"/>
                <a:ea typeface="Nourd Bold"/>
                <a:cs typeface="Nourd Bold"/>
                <a:sym typeface="Nourd Bold"/>
              </a:rPr>
              <a:t>S</a:t>
            </a:r>
            <a:r>
              <a:rPr lang="en-US" b="true" sz="10400">
                <a:solidFill>
                  <a:srgbClr val="EEEBE8"/>
                </a:solidFill>
                <a:latin typeface="Nourd Bold"/>
                <a:ea typeface="Nourd Bold"/>
                <a:cs typeface="Nourd Bold"/>
                <a:sym typeface="Nourd Bold"/>
              </a:rPr>
              <a:t>ound, redefined. Every moment sounds better.</a:t>
            </a:r>
          </a:p>
        </p:txBody>
      </p:sp>
      <p:sp>
        <p:nvSpPr>
          <p:cNvPr name="TextBox 6" id="6"/>
          <p:cNvSpPr txBox="true"/>
          <p:nvPr/>
        </p:nvSpPr>
        <p:spPr>
          <a:xfrm rot="0">
            <a:off x="4596218" y="8785860"/>
            <a:ext cx="9095563" cy="472440"/>
          </a:xfrm>
          <a:prstGeom prst="rect">
            <a:avLst/>
          </a:prstGeom>
        </p:spPr>
        <p:txBody>
          <a:bodyPr anchor="t" rtlCol="false" tIns="0" lIns="0" bIns="0" rIns="0">
            <a:spAutoFit/>
          </a:bodyPr>
          <a:lstStyle/>
          <a:p>
            <a:pPr algn="ctr">
              <a:lnSpc>
                <a:spcPts val="3600"/>
              </a:lnSpc>
              <a:spcBef>
                <a:spcPct val="0"/>
              </a:spcBef>
            </a:pPr>
            <a:r>
              <a:rPr lang="en-US" sz="3600">
                <a:solidFill>
                  <a:srgbClr val="EEEBE8"/>
                </a:solidFill>
                <a:latin typeface="Nourd"/>
                <a:ea typeface="Nourd"/>
                <a:cs typeface="Nourd"/>
                <a:sym typeface="Nourd"/>
              </a:rPr>
              <a:t>Hear y</a:t>
            </a:r>
            <a:r>
              <a:rPr lang="en-US" sz="3600">
                <a:solidFill>
                  <a:srgbClr val="EEEBE8"/>
                </a:solidFill>
                <a:latin typeface="Nourd"/>
                <a:ea typeface="Nourd"/>
                <a:cs typeface="Nourd"/>
                <a:sym typeface="Nourd"/>
              </a:rPr>
              <a:t>our world. Your way.</a:t>
            </a:r>
          </a:p>
        </p:txBody>
      </p:sp>
      <p:sp>
        <p:nvSpPr>
          <p:cNvPr name="TextBox 7" id="7"/>
          <p:cNvSpPr txBox="true"/>
          <p:nvPr/>
        </p:nvSpPr>
        <p:spPr>
          <a:xfrm rot="0">
            <a:off x="4462476" y="1104900"/>
            <a:ext cx="9095563" cy="472440"/>
          </a:xfrm>
          <a:prstGeom prst="rect">
            <a:avLst/>
          </a:prstGeom>
        </p:spPr>
        <p:txBody>
          <a:bodyPr anchor="t" rtlCol="false" tIns="0" lIns="0" bIns="0" rIns="0">
            <a:spAutoFit/>
          </a:bodyPr>
          <a:lstStyle/>
          <a:p>
            <a:pPr algn="ctr">
              <a:lnSpc>
                <a:spcPts val="3600"/>
              </a:lnSpc>
              <a:spcBef>
                <a:spcPct val="0"/>
              </a:spcBef>
            </a:pPr>
            <a:r>
              <a:rPr lang="en-US" sz="3600">
                <a:solidFill>
                  <a:srgbClr val="EEEBE8"/>
                </a:solidFill>
                <a:latin typeface="Nourd"/>
                <a:ea typeface="Nourd"/>
                <a:cs typeface="Nourd"/>
                <a:sym typeface="Nourd"/>
              </a:rPr>
              <a:t>Wardierre Inc.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DAHIUXSIsrQ</dc:identifier>
  <dcterms:modified xsi:type="dcterms:W3CDTF">2011-08-01T06:04:30Z</dcterms:modified>
  <cp:revision>1</cp:revision>
  <dc:title>Project 4</dc:title>
</cp:coreProperties>
</file>